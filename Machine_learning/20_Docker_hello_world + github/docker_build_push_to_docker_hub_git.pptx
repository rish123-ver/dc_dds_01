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44" autoAdjust="0"/>
    <p:restoredTop sz="94660"/>
  </p:normalViewPr>
  <p:slideViewPr>
    <p:cSldViewPr snapToGrid="0">
      <p:cViewPr varScale="1">
        <p:scale>
          <a:sx n="76" d="100"/>
          <a:sy n="76" d="100"/>
        </p:scale>
        <p:origin x="94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6:39:34.5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1341 75 9337,'-29'-20'1976,"21"14"-1250,0 0 0,0 1 1,-1 0-1,1 1 0,-1 0 0,0 0 0,-11-3 0,-12 2-147,1 1-1,-1 1 1,0 2-1,0 1 0,0 1 1,0 2-1,1 1 1,-1 2-1,1 1 0,0 1 1,-47 20-1,9 2 119,2 3 0,1 3 0,-112 81 0,128-80-373,2 3-1,-82 86 1,103-95-240,2 1 0,1 1 0,1 0 0,2 2 0,-24 55 1,38-76-58,2 1 0,0 1 1,0-1-1,1 1 0,1 0 0,1-1 1,0 1-1,1 0 0,1 1 1,2 15-1,-1-20-16,2 0 1,-1-1-1,2 1 1,-1-1-1,2 0 0,-1 0 1,2-1-1,-1 1 1,1-1-1,1 0 0,0 0 1,0-1-1,1 0 1,10 9-1,3 0-10,0-2-1,1 0 1,1-1 0,0-1 0,1-1-1,1-1 1,0-2 0,0 0 0,1-2-1,49 10 1,-31-10-11,0-3-1,0-1 1,0-3 0,0-1-1,86-12 1,-96 5 7,0-1 0,-1-2 0,0-2 0,0 0 0,-2-2 0,1-2-1,-2-1 1,0-1 0,-1-1 0,-1-2 0,-1-1 0,-1-1 0,-1-1 0,-1-1 0,25-34 0,-22 23 141,-2 0-1,-2-2 1,-1-1 0,-2 0-1,-1-2 1,-3 0 0,-1-1 0,-2 0-1,-2-2 1,-2 1 0,6-67-1,-15 89 107,-1 1 0,0-1 0,-2 1 0,-9-40 0,7 40 36,-8 50 372,9 7-601,1 0 1,2 1-1,2-1 1,7 46-1,-2-20-40,56 546-11,-42-433 0,18 133 0,66 469 0,-50 6 0,-51-610 0,-7-1 0,-8 0 0,-54 266 0,42-339 0,-4-2 0,-70 161 0,65-190 0,-3-1 0,-2-1 0,-4-2 0,-61 72 0,63-91 0,-73 66 0,93-94 0,-1-2 0,-1 0 0,0-1 0,-1-2 0,0 0 0,-29 11 0,44-21 0,0 0 0,0-1 0,0 0 0,0 0 0,0-1 0,0 0 0,0 0 0,0-1 0,-1 0 0,1 0 0,0-1 0,0 0 0,0 0 0,0-1 0,0 0 0,0-1 0,0 0 0,0 0 0,1 0 0,0-1 0,0 0 0,0-1 0,0 0 0,0 0 0,1 0 0,0 0 0,0-1 0,1 0 0,-1-1 0,1 1 0,1-1 0,-7-12 0,-1-6 0,1 0 0,1-1 0,2 0 1,1-1-1,0 1 0,2-1 0,2-1 0,0 1 0,2 0 1,0-1-1,5-31 0,5-16-8,3 1 0,40-135 0,-9 80-645,5 2 1,5 3-1,6 1 0,6 4 0,120-170 1,234-243-2975,36 30-3325,-234 262-124,-112 118-1114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6:39:34.8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 72 13193,'-20'-69'7230,"20"66"-5370,-9 11 892,8-7-2703,1-1 0,-1 0-1,0 1 1,1-1 0,-1 1 0,0-1 0,1 1-1,-1-1 1,0 1 0,1 0 0,-1-1 0,1 1-1,-1 0 1,1-1 0,-1 1 0,1 0 0,0-1-1,-1 1 1,1 0 0,0 0 0,0 0 0,-1-1-1,1 1 1,0 1 0,0 9 274,1 1 1,0-1-1,4 17 1,1 8 78,18 419 1527,4 43-6951,-17-401 2616,0 6-1740,-1-34-2324,-3-18-2382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6:39:34.9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0 100 5905,'0'-48'-56,"4"21"-1689,6 3 625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6:39:35.1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15189,'40'26'3971,"-1"1"-1,46 41 1,-45-30-1495,59 70 1,-53-49-2299,-4 2 0,-2 1 1,47 100-1,-69-120-155,-1 2 1,-3 0-1,-1 1 1,-3 1-1,-1-1 1,3 65-1,-10 283-2132,-4-297 214,-2 57-3283,1-53-1827,2 19-6755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6:39:35.3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61 631 16369,'-60'-82'3217,"97"22"-473,3 18-340,0 3-504,14-1-451,19 1-229,25 3-172,26-6-676,23 6-560,24-3-980,16 2-344,18 1-817,2-6-987,1 6-3241,3 12-6112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6:39:40.78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54 1104 7957,'-3'3'310,"0"0"0,0 0 0,0 1-1,0-1 1,1 0 0,0 1 0,0 0 0,0 0 0,0-1 0,0 1 0,1 0 0,-1 0 0,1 1 0,0-1 0,0 0 0,1 0 0,-1 0 0,1 1-1,0-1 1,1 7 0,0-2 732,-1 0 0,0 1 0,-1-1 0,0 0 1,0 0-1,-1 0 0,0 0 0,0-1 0,-1 1 0,-5 11 0,7-19-923,1 0 1,0 0-1,0 0 1,0 1 0,0-1-1,0 0 1,0 0-1,0 0 1,0 0 0,0 1-1,0-1 1,1 0-1,-1 0 1,0 0 0,1 0-1,-1 0 1,2 1-1,0 3 282,9 35 2976,0-25-2615,-7-14-751,-1 0 1,1 0-1,-1 0 0,0-1 1,1 1-1,0-1 1,-1 0-1,1 0 0,-1 0 1,1 0-1,-1-1 1,1 0-1,-1 1 1,1-1-1,2-2 1,57-22-44,-52 20 28,18-10 4,0 0 0,-2-2 0,0-2 0,-1 0 0,-1-1 0,-1-2 0,41-46 0,-21 13 0,-2-2 0,55-98 0,-26 16 0,-6-3 0,-6-2 0,62-231 0,-100 288 0,-22 86 0,-3 9 0,-7 21 0,-14 84 0,-19 220 0,34-118 0,23 290 0,31-135 0,-9-115 0,-25-172 0,11 195 0,-21-248 0,-1 0 0,-2 0 0,-1-1 0,-1 1 0,-1-1 0,-2-1 0,-14 35 0,16-50-128,-1-1 0,0 1 0,-1-1-1,-1 0 1,0-1 0,0 0 0,-1-1 0,-1 0 0,1 0 0,-2-1-1,1 0 1,-1-1 0,0-1 0,-1 0 0,-22 9 0,25-12-18,0 0 1,0-1 0,-1 0 0,1 0 0,-1-2 0,0 1 0,0-1-1,1-1 1,-1 0 0,0 0 0,0-1 0,0-1 0,1 1-1,-1-2 1,1 0 0,-1 0 0,1-1 0,0 0 0,0 0-1,1-1 1,-13-9 0,16 10-237,2 0 0,-1 0 0,0-1 0,1 1 0,0-1 0,0 0 0,0 0 0,1-1 0,-1 1 0,1-1 0,1 1 0,-1-1 0,-2-11 0,3 8-893,0 0 0,0 0 1,1 0-1,1-1 1,0-13-1,8-45-10268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6:39:41.01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218 7 10929,'0'13'2312,"-7"-20"-337,-5-4 399,12 11-2305,-1-1-1,1 1 1,0 0-1,0 0 0,-1 0 1,1 0-1,0 0 0,-1 0 1,1 0-1,0 0 1,-1 0-1,1 0 0,0 0 1,0 0-1,-1 0 0,1 0 1,0 0-1,-1 0 1,1 0-1,0 0 0,0 0 1,-1 1-1,1-1 0,0 0 1,0 0-1,-1 0 0,1 0 1,0 1-1,0-1 1,0 0-1,-1 0 0,1 0 1,0 1-1,0-1 0,0 0 1,0 0-1,-1 1 1,1-1-1,0 0 0,0 1 1,0-1-1,0 0 0,0 0 1,0 1-1,0-1 1,0 1-1,-4 14 1311,0 1 1,2 0 0,-2 17-1,1-3-485,-59 376 4331,-13 105-4465,41 3-7141,36-414 1694,7-34-2038,6 7-5699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6:39:41.40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30 251 12133,'-9'-11'527,"7"9"-420,0 0-1,0 0 1,0-1-1,0 1 1,1 0-1,-1-1 0,1 1 1,-1-1-1,1 1 1,0-1-1,0 0 1,-1-3-1,2 4-46,0 1 0,1 0 0,-1 0 0,0 0 0,0-1 0,0 1 0,1 0 0,-1 0 0,1 0 0,-1 0 0,1 0 0,-1 0 0,1 0 0,0 0-1,1-2 1,1 0 134,0 0 0,0 1-1,0-1 1,0 1 0,1-1-1,6-2 1,13-8 369,1 2 0,1 0 0,0 2-1,0 1 1,1 1 0,33-5 0,127-7 319,222 8 0,-163 9-745,779-52-1765,-889 48 1349,-133 6 265,1-1 0,-1 1 1,1 0-1,-1 0 1,0 0-1,1 1 0,-1-1 1,1 0-1,-1 1 1,0 0-1,1-1 1,-1 1-1,0 0 0,0 0 1,0 0-1,0 1 1,1-1-1,2 3 0,-5-3 10,0-1 0,1 1 0,-1-1 0,0 1 0,0-1 0,0 1 0,0 0 0,0-1 0,0 1 0,0-1 0,0 1 0,0-1 0,0 1 0,0 0 0,-1-1 0,1 1 0,0-1 0,0 1 0,0-1 0,-1 1 0,1-1 0,0 1 0,-1-1 0,1 0 0,-1 1 0,-21 17-28,-154 73-193,-93 57-456,224-120 408,-94 69-878,124-86 1005,2 1 1,0 0-1,0 1 1,1 0 0,0 1-1,2 1 1,-11 16-1,19-28 130,0 1 1,0-1-1,1 1 0,-1-1 0,1 1 1,-1 0-1,1 0 0,0-1 0,1 1 0,-1 0 1,1 0-1,0 0 0,-1 0 0,2 0 1,-1 0-1,0 0 0,1-1 0,0 1 1,0 0-1,0 0 0,0 0 0,1-1 1,-1 1-1,1-1 0,0 1 0,0-1 0,0 0 1,0 0-1,1 1 0,-1-2 0,1 1 1,0 0-1,0 0 0,0-1 0,0 0 1,1 0-1,-1 0 0,0 0 0,5 2 0,6 1 118,-1 0-1,1-1 0,0 0 0,0-1 0,22 2 0,77-1 822,-80-3-594,83-1 912,95 5 925,-176-2-1650,0 2 0,0 1-1,66 21 1,-92-23-437,1 0-1,-1 0 1,0 1-1,-1 1 1,1-1-1,-1 1 1,0 1-1,0 0 1,10 12 0,2 5-158,29 48 1,-34-49-1321,1 0 1,34 38-1,-16-31-1778,-27-25 1872,0-1 0,0-1 0,0 1 0,12 3 0,36 10-5544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6:39:41.60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324 246 10181,'1'-3'89,"7"-29"1025,0 0 0,3-49 0,-11 11 3458,0 42 1192,2 33-3931,6 43 1121,-8 4-2023,-2 0 1,-2 0 0,-18 88 0,12-82-702,-204 826-358,140-599-3700,42-92-3810,29-142 809,8-12-4456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6:39:42.1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1 121 11265,'11'-13'386,"-7"7"-148,0 1-1,0-1 0,1 1 0,0 0 1,0 0-1,1 1 0,-1 0 0,1-1 0,0 2 1,0-1-1,0 1 0,10-4 0,24-5 718,1 2 0,0 1-1,0 3 1,57-3 0,169 10 553,-267-1-1508,193 13 659,-160-9-532,0 2 0,0 1 0,57 20 0,-85-24-109,1-1 1,0 1-1,-1 0 0,1 1 1,-1-1-1,0 1 0,0 0 1,0 1-1,-1-1 0,1 1 1,-1-1-1,0 1 0,-1 1 1,1-1-1,-1 0 0,0 1 1,4 9-1,-1 5 19,-1-1 0,-1 1-1,0-1 1,0 26 0,-3-27-22,1-1 1,0 0-1,2 1 0,0-1 0,1 0 1,6 16-1,-4-20-20,1-1 1,0 0 0,1-1-1,0 0 1,1 0-1,0-1 1,0 0 0,1-1-1,0 0 1,15 8-1,-7-5-73,1-1-1,0-2 0,0 0 0,1-1 1,40 11-1,-40-16 61,1 0-1,0-1 1,1-2 0,-1 0 0,0-1-1,0-1 1,30-7 0,-27 4 110,1-2 0,-2-1 1,1-1-1,-1 0 0,42-25 0,-40 14 397,-21 16-389,0 0 1,0 0-1,0 1 0,0 0 0,12-6 1,-15 9-71,0-1 0,1 1 0,-1-1 0,0 1 0,1 0 0,-1 0 1,1 0-1,-1 0 0,0 0 0,1 0 0,-1 1 0,0-1 0,1 1 0,-1 0 1,0-1-1,0 1 0,0 0 0,1 1 0,-1-1 0,2 2 0,42 29 241,-30-20-229,1 0 0,0-1 0,1 0 0,1-2 0,-1 0 0,29 9 1,-47-18-43,14 4 16,0 0 0,0-1 0,0 0 0,1-2 0,-1 1 0,1-2 0,26-2 0,-2-5 61,0-2 0,0-2 0,-1-1 0,-1-2 0,0-2 1,61-35-1,-60 28-3,185-103 166,-166 97-31,0 3 1,63-19-1,-93 37-70,1 1 0,-1 1 0,1 2 0,0 0 0,0 2 0,1 1 0,-1 2 0,0 0 0,0 2 0,38 9 0,-52-9-18,-1 2-1,0 0 1,0 0 0,0 1-1,-1 0 1,0 1-1,0 1 1,0 0 0,18 17-1,-22-16-6,0 0-1,0 1 0,-1 0 1,0 0-1,-1 0 0,0 1 1,-1 0-1,0 0 0,-1 0 1,0 1-1,-1-1 0,4 21 1,-5-15-64,0-1 0,-1 1 1,-1-1-1,-1 1 0,0-1 1,-1 0-1,0 1 0,-8 23 1,2-17 52,-1-1 1,0 0-1,-2 0 1,0-1-1,-17 22 1,-17 14 190,-1-2 0,-102 92 1,122-124-284,-301 258-4573,292-256 1381,33-24 2932,1-1 75,0 1 0,1-1 0,-1 0 0,0 1-1,0-1 1,1 1 0,-1-1 0,0 1 0,1-1 0,-1 1 0,1-1 0,-1 1 0,1 0 0,-1-1 0,1 1 0,-1 0 0,1 0-1,-1-1 1,0 2 0,13 17-5730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6:39:42.26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31 88 16345,'-30'-36'3557,"43"27"-297,-3-3-372,4-3 2617,-1 9-4385,4-3-1028,-14 30-1964,-3-3-672,-13 6-1269,-11 18-3395,-6-21-7138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6:39:42.76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77 233 12549,'-56'-21'2451,"55"21"-2342,0 0 0,0 0 0,0-1 0,0 1 0,0 0 0,0-1 0,0 1 0,0-1 0,0 1 0,1-1 0,-1 0 0,0 1 0,0-1 0,0 0 0,1 0 0,-1 1 0,0-1 1,1 0-1,-1 0 0,1 0 0,-1 0 0,1 0 0,-1 0 0,1 0 0,0 0 0,0 0 0,-1 0 0,1 0 0,0 0 0,0 0 0,0 0 0,0 0 0,0 0 0,0 0 0,0 0 0,0 0 0,1 0 0,-1 0 0,0 0 0,1 0 0,0-2 0,1 0 177,0-1-1,1 1 1,0 0-1,0 0 1,-1 0 0,2 0-1,-1 0 1,6-3-1,6-2 279,1 0 0,1 1 0,-1 0 0,1 2 1,0 0-1,18-3 0,-28 6-441,92-18 1597,164-14 1,118 17-165,-296 14-1269,276-6 490,64 3-362,64 5-345,63 0-70,2647 90 0,2 100 0,-3125-184 0,1114 72 0,-4-28 0,-728-46 0,-73-16 0,-75-16-89,-79-13-609,-195 33-47,61-24 1,-88 29 466,0 0 0,-1-1 0,1 1 0,-1-2 1,0 1-1,0-1 0,-1-1 0,1 1 0,-2-1 0,12-14 1,-16 18 83,0 0 1,0 0 0,0 0-1,-1-1 1,1 1 0,-1 0 0,0-1-1,0 0 1,0 1 0,-1-1 0,1 0-1,-1 1 1,0-1 0,0 0 0,0 1-1,0-1 1,-1 0 0,1 1 0,-1-1-1,0 0 1,0 1 0,0-1 0,-1 1-1,1-1 1,-1 1 0,0 0 0,0 0-1,-3-4 1,-3-2-865,1 0 0,-2 1 0,1 0 0,-1 0 0,0 1 0,-1 0 0,-20-10 1,-54-22-9326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6:39:43.09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0 386 4228,'8'-14'193,"-6"7"-90,1 1 1,0 0-1,1-1 0,0 1 1,0 1-1,0-1 0,0 1 1,1 0-1,0 0 0,0 0 1,1 0-1,-1 1 0,1 0 1,9-5-1,14-3 242,0 1-1,1 1 1,56-11-1,98-5 256,-165 24-559,499-51 555,188-24-829,-426 28-2543,-275 48 2688,133-24-2417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6:39:43.58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125 618 12265,'-47'-1'1412,"-26"5"5332,69-4-4712,34-11 1089,126-32-1376,182-26 0,-336 69-1734,786-113 1345,10 39-795,1080-44-27,-273 22-512,-1067 30-1785,-532 65 1719,72-13-1282,-75 11-1094,-14 1 29,-3-1 1024,0 1-215,0-1-1,-1 2 0,1-1 1,-1 2-1,-23 2 0,-28 8-8174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12:39.41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71 70 10453,'-48'-31'2308,"47"30"-2088,-1 1-1,1-2 1,-1 1 0,1 0-1,0 0 1,-1 0-1,1-1 1,0 1 0,0 0-1,0-1 1,0 1-1,0-1 1,0 1 0,1-1-1,-1 0 1,0 1-1,1-1 1,-1 0 0,1 0-1,-1-2 1,0 0 671,0 1 1209,4 4-1347,45 24 374,90 63-1,-85-52-879,72 49 47,-3 6 0,-4 6 0,-5 4 0,198 228 1,-140-98-93,-135-174-147,-2 1 0,35 85 1,-55-107-30,-1 0-1,-2 1 1,-1 1 0,-2-1 0,4 55 0,-10-64-7,-2 0 0,-1 0-1,-1 0 1,-2 0 0,0 0 0,-2-1 0,-1 1 0,-14 32-1,3-19-2,-1-2 0,-3 0 0,-1-2 0,-2 0 0,-1-2 0,-2-1 0,-54 52-1,-17 3-175,-133 92-1,132-109-1499,-2-5 0,-137 67-1,182-111-1314,22-14-2449,14-5-3798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12:40.17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95 253 4080,'0'0'40,"-1"0"-1,1 0 1,0 0-1,-1-1 0,1 1 1,0 0-1,-1 0 1,1-1-1,0 1 0,-1 0 1,1 0-1,0-1 1,0 1-1,-1 0 1,1-1-1,0 1 0,0 0 1,0-1-1,-1 1 1,1 0-1,0-1 0,0 1 1,0-1-1,0 1 1,0 0-1,0-1 0,0 1 1,0 0-1,0-1 1,0 1-1,0-1 0,0 1 1,0 0-1,0-1 1,0 1-1,1-1 1,11-3 763,-10 3-696,2 0 1677,21-26 2237,-1-34 677,-23 59-4568,0 1 1,-1 0 0,0 0 0,1 0-1,-1-1 1,0 1 0,1 0 0,-1-1-1,0 1 1,0 0 0,0-1 0,0 1-1,0 0 1,-1-3 0,0-3 232,2 0 134,-1 1 0,0-1 1,-1 1-1,1-1 0,-1 0 1,-1 1-1,1-1 0,-1 1 0,0 0 1,0 0-1,-1 0 0,0 0 1,0 0-1,-1 0 0,1 1 1,-8-10-1,11 15-465,-1 0 1,1 0 0,0 0-1,0-1 1,0 1-1,0 0 1,-1 0 0,1 0-1,0-1 1,0 1-1,-1 0 1,1 0 0,0 0-1,0 0 1,-1 0-1,1-1 1,0 1 0,0 0-1,-1 0 1,1 0-1,0 0 1,0 0 0,-1 0-1,1 0 1,0 0-1,-1 0 1,1 0 0,0 0-1,0 0 1,-1 0-1,1 0 1,0 1-1,0-1 1,-1 0 0,1 0-1,0 0 1,0 0-1,-1 0 1,1 1 0,-7 12 826,1 27 197,6-36-907,-4 58 527,5 71 1,1-16-361,-52 518-316,21-353 0,13-78-2800,14 261 1,10-349 49,4 0 0,6-1 1,56 196-1,-35-198-10435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12:41.24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142 34 10077,'-50'-33'10937,"51"37"-9506,0 28-356,0 0 0,-2-1-1,-2 1 1,-6 32 0,-4 64 639,9-16-575,2 211 432,3-306-1532,1 1 1,1-1-1,0 1 1,1-1-1,1 0 0,1-1 1,0 1-1,1-1 1,10 17-1,-13-28-33,0-1 0,0 1 0,0-1 0,0 0 0,1 0 0,0-1 0,-1 0 0,1 1 0,1-1 0,-1-1 0,0 1 0,1-1 0,-1 0 0,1 0 0,0-1 1,-1 0-1,1 0 0,0 0 0,0-1 0,6 1 0,-5-1-18,0 0 0,0-1 0,0 1 1,0-2-1,0 1 0,-1 0 0,1-1 0,-1-1 1,1 1-1,-1-1 0,0 0 0,1 0 1,-2-1-1,1 0 0,0 0 0,-1 0 0,5-5 1,-3 2-30,-1-1 1,0 1 0,-1-1 0,0 0-1,0-1 1,4-8 0,-4 0-25,0 1 1,0 0-1,-2-1 0,3-22 0,4-125-273,-9 142 307,-1 1 0,-2 0 0,0 0 0,-1-1 1,-1 2-1,-1-1 0,-1 0 0,-1 1 0,-16-34 0,9 26 2,0 1-1,-2 0 1,-34-44-1,37 55-120,0 1-1,-1 0 0,-1 1 1,0 1-1,-1 0 0,-31-18 1,43 29-19,-1 0 0,1 0 0,0 1 0,-1-1-1,1 1 1,-1 0 0,0 0 0,1 1 0,-1 0 0,0 0 0,1 0 0,-1 0 0,0 0 0,1 1 0,-1 0 0,1 0 0,-9 3 0,9-2-164,1-1 1,-1 1-1,1 0 1,0 0 0,0 0-1,0 0 1,0 0-1,0 1 1,0 0 0,1-1-1,-1 1 1,1 0-1,0 0 1,0 0 0,0 0-1,0 1 1,0-1-1,1 0 1,0 1 0,-1-1-1,1 1 1,-1 7-1,1 35-5904,8-5-3980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12:41.92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128 503 12033,'-3'1'279,"0"-1"0,0 1-1,0-1 1,0 0 0,1 0 0,-1 0 0,0 0-1,0 0 1,0-1 0,0 1 0,0-1-1,0 0 1,1 0 0,-5-1 0,6 1-26,0-1 0,0 1 1,1 0-1,-1-1 0,0 1 0,0-1 0,1 1 1,-1 0-1,1-1 0,-1 0 0,1 1 1,-1-2-1,-2-5 2313,-9 30-1964,2 1 0,1 0 0,0 1 1,2 0-1,1 0 0,1 0 0,1 1 0,-2 41 1,5-23-330,2 1 1,2-1 0,2-1 0,16 64 0,-16-85-235,1 0 0,2 0 0,0 0 0,1-1-1,1-1 1,1 1 0,0-2 0,2 0 0,0 0 0,26 26 0,-33-38-68,-1-1-1,1-1 1,1 1 0,-1-1-1,1 0 1,-1-1-1,1 0 1,0 0 0,0 0-1,1-1 1,-1 0 0,12 2-1,-8-3-57,0 0 0,0-1-1,1-1 1,-1 0 0,-1 0-1,1-1 1,21-6 0,-8-2-161,0 0 0,0-1 0,-1-1 0,0-2 0,-1 0 0,31-26 0,-26 15-7,-2 0 1,0-2 0,-2 0-1,-1-1 1,-1-2 0,30-57 0,-7-3-175,39-113 0,-35 72 76,61-273 0,-107 392 480,0 0-1,-1-1 1,0 1-1,-2-23 1,1 35-114,0-1 1,0 1-1,0 0 1,0 0 0,0-1-1,0 1 1,0 0-1,0 0 1,0-1-1,0 1 1,0 0-1,0-1 1,0 1-1,0 0 1,0 0-1,0-1 1,0 1 0,0 0-1,0 0 1,0-1-1,-1 1 1,1 0-1,0 0 1,0-1-1,0 1 1,0 0-1,-1 0 1,1 0-1,0-1 1,0 1 0,0 0-1,-1 0 1,1 0-1,0 0 1,0 0-1,-1-1 1,1 1-1,0 0 1,0 0-1,-1 0 1,1 0 0,0 0-1,-1 0 1,1 0-1,0 0 1,0 0-1,-1 0 1,1 0-1,0 0 1,-1 0-1,1 0 1,0 0-1,0 0 1,-1 1 0,1-1-1,0 0 1,-1 0-1,-2 4 65,1 0 0,-1 0-1,1 0 1,-1 0 0,1 0 0,1 1 0,-3 4-1,-7 26 238,0 0-1,2 1 0,2 0 1,-4 52-1,7-10 13,6 79-1,0-123-309,1 0 0,2-1 0,2 0 0,0 0 0,3-1 0,0 0-1,2 0 1,20 36 0,-28-60-132,1-1-1,-1 0 1,2-1-1,-1 1 1,8 6 0,-10-10 44,0 0 0,0-1 0,1 0 0,-1 1 0,0-1 1,1 0-1,-1-1 0,1 1 0,0 0 0,0-1 0,-1 0 1,9 1-1,-3-1-84,0-1 1,0-1 0,-1 0 0,17-3-1,-22 3 47,31 6-174,-31-4 289,0 0 0,0 0-1,0 0 1,-1 0 0,1 0 0,0 1-1,0-1 1,-1 1 0,1 0 0,2 2-1,9 6-34,2-4 19,0 0 0,0 0 0,1-2 0,-1 0 0,1-1-1,0-1 1,25 1 0,-13-3 3,1-2-1,0 0 1,41-10 0,-54 7 7,0 0 0,0-1 0,-1-1-1,0 0 1,-1-1 0,1-1 0,-2 0 0,1-1 0,-1-1 0,15-14 0,-26 20 36,1 1 0,0-1 0,-1 0 1,0 0-1,0 0 0,-1 0 0,3-6 0,10-17 271,-14 26-31,-1 10-210,-1-2-42,1-1-1,0 1 0,0-1 1,0 0-1,1 1 0,0-1 1,0 1-1,0-1 0,1 0 1,0 0-1,0 0 0,0 0 1,0 0-1,1 0 0,0 0 1,4 5-1,5 3-190,0-1 0,0-1 0,1 0 0,1 0 0,0-1-1,0-1 1,1 0 0,0-1 0,1-1 0,-1-1 0,1 0 0,32 7 0,-28-8-820,0-2-1,1 0 1,0-1 0,-1-2 0,1 0 0,0-1 0,0-1-1,-1-1 1,1 0 0,27-10 0,-10-4-3047,-6-4-2036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12:42.17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30 77 7021,'-3'-2'245,"1"1"-56,1 0-1,-1 0 1,0 0-1,1 0 1,-1-1 0,0 1-1,1 0 1,-1-1-1,1 1 1,0-1-1,0 1 1,-1-1-1,1 0 1,0 0-1,0 1 1,0-1 0,1 0-1,-1 0 1,0 0-1,0-2 1,1 1 1817,1 0-124,13-28 1154,-7 28-1991,6 2-878,0 1 0,-1 1 0,1 0-1,0 0 1,-1 2 0,1-1 0,-1 2 0,0-1-1,0 2 1,0 0 0,0 0 0,-1 1 0,0 0 0,0 1-1,0 0 1,-1 1 0,0 0 0,9 10 0,1 3-87,0 0 0,-2 2 1,-1 0-1,0 1 1,-2 0-1,0 1 0,-2 1 1,19 54-1,-16-29-36,-2 0-1,-2 2 0,9 102 0,-22 109 3,-2-181-58,-1 4 6,3-83 12,1 0 0,0-1 0,0 1 0,0 0 0,1-1 0,-1 1 0,1 0 0,0-1 0,1 4 0,-1-6-6,-1 0 0,0 0 0,0 0 0,1-1 0,-1 1 0,1 0 0,-1 0 0,1-1 0,-1 1 0,1 0 0,-1-1 0,1 1 0,0-1 0,-1 1 0,1-1 0,0 1-1,0-1 1,-1 1 0,1-1 0,0 0 0,0 1 0,0-1 0,-1 0 0,1 0 0,0 1 0,0-1 0,0 0 0,0 0 0,-1 0 0,1 0 0,0 0 0,0 0 0,0 0 0,0-1 0,0 1 0,-1 0 0,1 0 0,0-1 0,1 0-1,3-2-1,1 0 0,-1 0 0,0-1 0,0 0 0,0 0-1,0 0 1,-1-1 0,1 1 0,5-10 0,35-57 29,-26 40 3,110-198-1752,-16 27-1841,-74 140-4,54-67 0,2 25-4290,-93 103 7734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12:42.31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77 1 7565,'-23'3'4180,"6"6"-2392,4 3 3405,-1-6-4529,4 6-288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12:42.77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215 34 10457,'-29'-9'3069,"0"2"0,0 1 0,0 1 0,-1 1 0,-35 1 0,61 3 10,9 1-2375,67 10-641,129 2 0,-112-10-76,337 18 13,1078 30 0,-1405-51-115,469-14-3836,-463-1-1995,-50 6-374,17 2-7131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12:44.26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442 239 5000,'2'-20'1421,"-1"16"-19,-30-17 4786,26 16-5880,-27-34 3353,28 38-2033,-13-5-881,-5 1 1132,-93-82 3954,72 39-4623,39 46-1101,0 4-63,0 1 1,0 0-1,1-1 1,-1 1-1,1 0 1,-1 0-1,1 0 1,0 0-1,-1 5 1,-5 22 522,1 0 1,-2 53-1,1-7 176,-53 304-476,-9 79-112,58-348-145,5-1 1,10 132-1,0-197-1311,11 50-1,-12-78 698,1 0 0,1-1 0,1 1 0,0-1-1,1-1 1,9 16 0,-13-27-10,0 0 0,0 0 0,1 0 0,-1 0 0,1-1 0,0 1 0,4 2 0,19 8-5648,14-3-5553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12:44.74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43 909 11153,'-5'-7'335,"0"-1"0,1 0 0,-1 0 0,2 0 0,-1 0 0,1-1 0,0 1 0,1-1 1,0 0-1,0 0 0,1 0 0,0-10 0,-1-33 1392,2-1-1,3 0 1,2 1 0,16-68 0,-16 98-1477,1 0 1,2 1-1,0 0 0,1 1 1,1 0-1,1 0 1,1 1-1,0 0 1,1 1-1,2 1 1,-1 0-1,32-26 0,-18 21-108,1 2-1,0 1 0,2 1 0,0 2 0,1 1 0,1 2 0,0 1 0,47-11 0,-48 16-91,0 1 1,1 2-1,0 1 0,0 1 1,0 2-1,-1 1 1,1 2-1,0 1 1,34 9-1,-46-7-49,0 1 0,0 1 0,-1 0-1,0 2 1,-1 0 0,0 2 0,0 0 0,-1 1 0,-1 0 0,0 2-1,-1 0 1,-1 0 0,0 2 0,-1 0 0,-1 1 0,0 0-1,-1 0 1,-2 2 0,0-1 0,0 1 0,-2 1 0,-1 0 0,0 0-1,-2 0 1,0 1 0,-2 0 0,0 0 0,-1 28 0,-3-9-174,-1 0 1,-3 0 0,-1-1-1,-2 1 1,-2-1 0,-2-1-1,-1 0 1,-35 70 0,-6-9-524,-132 179 0,28-93 182,24-31 182,130-150 313,-15 25-213,18-29 223,1-1 0,0 1 0,-1-1-1,1 1 1,0 0 0,0-1 0,0 1 0,0 0 0,-1-1 0,1 1 0,0 0-1,0-1 1,0 1 0,0 0 0,0-1 0,1 1 0,-1 0 0,0-1 0,0 1-1,0 0 1,1-1 0,-1 1 0,0-1 0,1 1 0,-1 0 0,0-1 0,1 1 0,-1-1-1,1 1 1,-1-1 0,1 1 0,-1-1 0,1 1 0,-1-1 0,1 0 0,-1 1-1,1-1 1,0 0 0,-1 1 0,1-1 0,-1 0 0,1 0 0,1 0 0,8 3-35,1-1 0,-1-1 0,1 0 0,0 0 0,0-1 0,20-3 0,72-15-75,-53 8 64,372-40-136,-322 46 177,0 5 1,121 17-1,-188-13 30,1 1 0,-2 2-1,1 2 1,-1 0 0,-1 3-1,0 0 1,39 24 0,-64-34-12,-1-1 1,0 1 0,0 1 0,0-1-1,-1 1 1,1-1 0,-1 1 0,0 1 0,0-1-1,0 1 1,4 5 0,-7-6 0,1 0 0,-1 0 0,0 0-1,0 0 1,0 1 0,0-1 0,-1 0 0,0 0 0,0 8 0,0-8 0,-1 5 15,0 1 1,-1 0-1,0-1 1,-1 1-1,0-1 1,0 0-1,-1 0 1,0 0-1,-1 0 0,0-1 1,0 0-1,-1 0 1,0 0-1,0 0 1,-1-1-1,-8 7 1,-9 7 46,0-1 0,-1-1 0,-49 27 1,25-19-48,-2-3 1,-1-3-1,-1-1 1,-61 13 0,38-15-175,-2-4 1,-108 6-1,148-19-472,1-1 0,-1-2-1,-70-12 1,79 7-1039,-48-17 0,55 15-646,1-1 0,-33-20 0,8-6-6475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12:45.37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13 12 12393,'-11'46'7820,"9"4"-4553,9 49-2161,-4-75-356,0 10-421,1 1-1,2-1 1,2 0 0,1-1 0,1 0 0,26 56 0,-34-85-307,0 1 0,1-1-1,-1 0 1,1 0 0,0 0 0,0 0 0,1 0 0,-1-1 0,1 1-1,-1-1 1,1 0 0,0 0 0,1 0 0,-1-1 0,0 0 0,1 0 0,5 3-1,-3-4-51,-1 0 0,1 0 0,-1 0 0,1-1 0,0 0 0,-1 0 0,1 0 0,-1-1 0,1 0-1,0-1 1,8-2 0,6-4-222,0-1-1,0-1 1,-1-1-1,0-1 1,-1-1-1,22-18 1,233-175-1593,-265 198 1806,1 1 0,0 1 0,0 0-1,1 0 1,10-4 0,-17 9 73,0-1 0,0 1 0,1 0 1,-1 0-1,0 1 0,0-1 0,0 1 0,1 0 0,-1 0 1,0 0-1,0 1 0,1-1 0,-1 1 0,0 0 1,0 0-1,0 1 0,0-1 0,4 3 0,3 3 251,-1 1 0,1 0-1,-1 1 1,-1 0 0,0 1-1,0 0 1,-1 0 0,12 19-1,-14-20-164,1 0-1,0 1 0,1-2 1,-1 1-1,2-1 0,-1-1 0,1 1 1,18 10-1,-22-16-96,0 0 0,0 1 0,0-2-1,0 1 1,0-1 0,1 0 0,-1 0 0,0 0 0,1-1 0,-1 0 0,1 0 0,-1 0 0,0 0 0,1-1 0,-1 0-1,0 0 1,1-1 0,-1 0 0,0 0 0,0 0 0,6-4 0,55-32 83,16-8 249,-81 46-344,1-1 0,-1 1 0,1 0 0,-1 0 1,1 0-1,-1 0 0,1 0 0,-1 0 0,1 0 0,-1 1 0,0-1 0,1 0 0,-1 1 0,1-1 0,-1 1 0,2 1 0,2 0 13,7 2 33,-1 0 0,0 1 0,-1 1 0,1 0-1,-1 0 1,15 13 0,25 15 117,-41-29-149,1 0 1,-1 0-1,1-1 1,0 0-1,0-1 1,1 0-1,-1 0 1,1-2-1,14 2 1,-18-3-34,0 0 1,-1-1 0,1 0 0,0 0 0,-1 0-1,1-1 1,-1 0 0,1-1 0,-1 1-1,0-1 1,0 0 0,0-1 0,0 0-1,-1 1 1,1-2 0,7-7 0,1-2-38,-1-1 1,0 0 0,-2 0-1,0-1 1,0-1 0,-2 0-1,0 0 1,-1-1 0,-1 0-1,0-1 1,5-26 0,-5 12-41,6-60 0,-13 86 73,0 0-1,0-1 0,-1 1 0,0 0 0,0 0 0,-1 0 1,-2-9-1,4 16 13,-1 0-1,1 0 1,0 0 0,0 0 0,0 0 0,0-1 0,0 1 0,0 0 0,0 0 0,0 0-1,0 0 1,0 0 0,0-1 0,0 1 0,-1 0 0,1 0 0,0 0 0,0 0 0,0 0-1,0 0 1,0 0 0,0 0 0,-1 0 0,1-1 0,0 1 0,0 0 0,0 0 0,0 0-1,0 0 1,-1 0 0,1 0 0,0 0 0,0 0 0,0 0 0,0 0 0,0 0-1,-1 0 1,1 0 0,0 0 0,0 0 0,0 0 0,0 1 0,-1-1 0,1 0 0,0 0-1,0 0 1,-11 1-1,8-1 0,0 0 1,1 0 0,-1 0-1,0 1 1,0-1 0,1 1-1,-1-1 1,0 1 0,1 0-1,-1 0 1,0 0 0,1 1-1,0-1 1,-1 1 0,1-1-1,0 1 1,0 0-1,0 0 1,0 0 0,0 0-1,-3 4 1,-2 4-163,1 1 0,0-1-1,0 1 1,1 0 0,-4 16 0,6-17-490,1 0 1,0-1-1,0 1 1,1 1-1,1-1 1,0 0-1,1 12 1,0-12-256,2 15-2597,0-8-1736,3 4-5092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12:45.53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 34 14281,'-7'-33'9297,"34"48"-9421,7 15-548,-8 3-908,4 3-896,1 6-3109,-1 7-4572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12:45.76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40 1 16606,'6'4'665,"0"0"1,-1 1 0,0 0 0,0 0 0,0 0 0,0 0 0,-1 1-1,0 0 1,0 0 0,0 0 0,-1 0 0,0 1 0,0-1 0,-1 1-1,1 0 1,0 7 0,2 13 771,-1-1 0,0 54 0,-3-46-1071,-19 553-160,-48-4-247,49-483-904,-4 32-2375,20-112 2480,0 0 0,1 0 0,1 0 1,7 34-1,14 26-7119,7-11-5401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12:46.18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620 1200 14213,'-93'-103'5779,"68"63"-1939,23 36-3527,0 0-1,0 0 0,0-1 0,0 2 0,-1-1 1,0 0-1,0 0 0,0 1 0,0 0 0,0-1 1,-1 1-1,1 1 0,-1-1 0,0 0 1,0 1-1,0 0 0,0 0 0,0 0 0,0 0 1,-7-1-1,4 2-231,-1 0-1,1 1 1,0 0 0,-1 1 0,1-1-1,0 1 1,-1 1 0,1-1 0,0 1-1,0 1 1,0-1 0,0 1 0,1 0-1,-1 1 1,1 0 0,0 0 0,-11 8-1,-2 4 105,1 0 0,0 1 0,2 1 0,-16 21 0,8-7-185,2 1 0,1 1 0,2 1 0,1 0 0,2 1 0,1 1 0,2 1 0,2 0 0,1 0 0,-8 72 0,17-86-41,1 0 0,0 0 0,8 43 0,-6-55-16,1-1 0,0 1-1,0-1 1,1 0 0,1 0 0,0 0 0,0-1 0,1 0 0,11 15 0,-12-20-128,0 0 1,0-1 0,0 1 0,1-1 0,0-1 0,-1 1-1,1-1 1,1 0 0,-1 0 0,0-1 0,1 0 0,-1 0 0,1-1-1,0 1 1,-1-1 0,1-1 0,0 1 0,0-1 0,11-2-1,-5 1-58,0-1 0,0 0 0,0-1 0,0-1-1,-1 0 1,1 0 0,-1-2 0,0 1 0,13-10-1,-6 1 58,-1 0-1,-1-1 0,0-1 1,-2-1-1,0 0 0,0-1 1,-2-1-1,0 0 0,16-32 1,-3-5 6,-2-1 1,22-78-1,3-43 700,-8-3-1,21-224 1,9-124 4608,-65 484-4638,-4 33-325,0-3 303,1 0-1,6-21 0,-9 35-461,0 1 0,0 0 1,0 0-1,0 0 0,0 0 1,0 0-1,0 0 0,0-1 0,0 1 1,0 0-1,0 0 0,0 0 0,0 0 1,0 0-1,0 0 0,0 0 0,1-1 1,-1 1-1,0 0 0,0 0 1,0 0-1,0 0 0,0 0 0,0 0 1,0 0-1,0 0 0,0 0 0,1 0 1,-1 0-1,0 0 0,0 0 1,0 0-1,0 0 0,0 0 0,0 0 1,1 0-1,-1 0 0,0 0 0,0 0 1,0 0-1,0 0 0,0 0 0,0 0 1,1 0-1,-1 0 0,0 0 1,0 0-1,0 0 0,0 0 0,0 0 1,0 0-1,0 0 0,0 0 0,1 0 1,-1 0-1,0 0 0,0 1 0,0-1 1,0 0-1,0 0 0,0 0 1,0 0-1,0 0 0,0 0 0,0 0 1,0 1-1,0-1 0,0 0 0,0 0 1,5 4 0,0 0 0,0 0 0,-1 1 0,0-1 0,0 1 0,0 0 0,0 0 0,-1 1 0,0-1 0,0 1 0,0 0 0,2 9 0,3 10-16,7 45 1,-14-60 7,64 503 1,-35-234 0,105 575-6162,-120-794 2214,2-1 0,47 105 0,-1-41-7829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12:46.35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3 149 17586,'-3'-28'3488,"13"13"-280,14-6-516,2 6-703,8 0-289,13 3-336,16-3-624,8 6-740,16 0 0,7 3 0,13 3 0,3 3 0,8 6-836,9 0-1172,-3 0-653,107-9-4547,-131 6 1247,11 0-5148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12:46.95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46 26 13765,'-1'1'158,"-1"-1"-1,0 0 0,1 1 1,-1-1-1,1 0 1,-1 0-1,0 0 0,1 0 1,-1 0-1,0 0 1,1 0-1,-1 0 0,1-1 1,-1 1-1,1-1 1,-3 0-1,3 0 298,0-1 0,1 1 1,-1 0-1,0-1 0,1 1 0,-1-1 1,0 1-1,1-1 0,0 1 0,-1-1 1,1 1-1,0-1 0,0 1 0,0-3 0,21 163 2461,-6-65 375,4 165 0,-52 244-3249,1 118-257,35-552-893,3 0-1,15 71 1,-12-99-606,2 0-1,2 0 1,1-1 0,30 58 0,-33-78-1644,21 29-1,18 8-7638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12:47.19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516 208 11697,'0'-4'85,"-3"-13"568,0 0 0,2-1-1,0 1 1,1-1 0,3-24-1,-3 39-469,1-1-1,-1 1 0,1-1 0,0 1 1,1-1-1,-1 1 0,0 0 1,1-1-1,0 1 0,0 0 0,0 0 1,0 0-1,0 1 0,1-1 1,-1 0-1,1 1 0,0 0 0,-1-1 1,1 1-1,0 0 0,1 0 1,-1 1-1,0-1 0,0 1 0,1 0 1,-1-1-1,1 1 0,-1 1 1,1-1-1,-1 0 0,1 1 0,-1 0 1,8 0-1,5 1 50,0 1 0,0 0 0,0 1 0,0 1 0,-1 1 0,1 0 0,-1 1 0,0 0 0,-1 1 0,1 1 0,-1 0 0,19 16 0,-15-10-115,-1 0 1,-1 2-1,0 0 0,-1 0 0,0 2 0,-2 0 1,0 0-1,17 34 0,-19-29-69,-1 0-1,-2 1 1,0 0 0,-1 1-1,-2 0 1,0 0 0,-2 0-1,-1 0 1,-1 34 0,-3-27-6,-1 0 0,-2 0 1,-2 0-1,0-1 1,-2 0-1,-21 47 0,7-29-4,-2 0 0,-3-2 0,-41 55 0,14-31-16,-73 72 0,-142 111-698,172-164-141,47-44 70,-1-1-2564,-87 102 0,116-113-2448,17-13-3572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12:47.72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 0 11037,'-3'11'731,"1"0"0,0 0 0,0 1 1,2-1-1,-1 0 0,1 0 0,1 1 0,0-1 0,0 0 0,1 0 1,1 0-1,6 20 0,34 81 2235,80 154 0,-88-202-2598,3-2 0,3-2 0,81 93-1,-107-135-292,2-2 1,0 1-1,1-2 0,38 25 1,-49-35-116,1-1 0,-1-1 1,1 0-1,-1 0 1,1 0-1,0-1 1,0 0-1,0-1 0,0 1 1,1-2-1,-1 1 1,0-1-1,0 0 0,1-1 1,-1 0-1,0 0 1,13-4-1,-6-1-166,0-1 0,0 0 0,-1-1-1,0 0 1,0-1 0,-1-1 0,0 0 0,-1-1-1,0 0 1,10-13 0,16-21-460,43-68 1,-79 110 649,18-29-175,-16 23 140,1 0 0,0 1-1,1 0 1,0 0 0,0 1-1,1-1 1,0 1 0,0 1-1,1-1 1,9-5 0,-15 11 58,0 0-1,0 1 1,1 0 0,-1-1-1,0 1 1,0 0 0,1 0 0,-1 0-1,0 0 1,1 1 0,-1-1-1,0 0 1,0 1 0,0 0 0,0-1-1,1 1 1,-1 0 0,0 0-1,0 0 1,0 1 0,-1-1 0,1 0-1,0 1 1,0-1 0,2 4-1,9 7 83,0 1-1,12 17 0,-17-20-46,-2-3-30,19 23 222,58 53 0,-73-74-202,1-1 0,0 0 0,1-1 0,0 0 0,0-1 0,0 0 0,1-1 0,0 0 0,26 5 0,-22-7-23,0-2 0,0 0 1,0-1-1,0-1 0,0 0 0,0-1 0,-1-1 0,1-1 0,-1 0 1,1-1-1,-1-1 0,17-9 0,-9 1-9,0 0 1,-2-1 0,0-2-1,0 0 1,-2-1-1,0-1 1,29-38 0,106-168 80,-105 147-80,1-5 356,-25 39 184,1 2 1,41-48 0,-67 88-497,1 1 0,0-1 0,-1 1 0,1-1 0,0 1 0,0 0 0,0 0 0,0 0 0,0 0 0,0 0 0,0 0 0,0 1 0,0-1 0,0 1 0,0-1 0,1 1 0,-1 0 0,0 0 0,0 0 0,0 0 0,1 0 1,-1 0-1,0 1 0,0-1 0,0 1 0,0 0 0,1-1 0,2 3 0,0-1 35,0 1 1,-1 0 0,1 0 0,-1 0 0,0 0 0,0 1 0,0-1 0,-1 1 0,1 0 0,5 8 0,4 13 256,0 0 0,-1 1 0,-2 0-1,0 1 1,6 32 0,21 144 1202,-26-127-1489,-4 1 1,-3 0-1,-3 0 1,-3 0-1,-23 133 1,20-178-51,0 1 0,-2-1 0,-1 0 0,-1-1 0,-14 32 0,16-47-402,-1 0 1,0-1-1,-1 0 0,0-1 0,-2 0 1,1 0-1,-2-1 0,0-1 1,0 0-1,-23 17 0,28-25 114,0 1 0,0-1-1,0 0 1,-1-1-1,0 0 1,1 0 0,-1-1-1,0 0 1,0 0 0,0-1-1,-1 0 1,1 0-1,0-1 1,0 0 0,-1 0-1,1-1 1,0 0 0,0-1-1,0 1 1,0-2-1,0 1 1,0-1 0,-11-6-1,-21-14-6693,8 1-4479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12:47.89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51 48 4616,'-30'-42'1001,"10"36"-81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12:48.60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19 7077,'11'-15'2163,"-8"12"-163,1 3-107,35 0 1466,-37 1-3083,0-1 0,1 2 1,-1-1-1,0 0 0,0 0 1,0 1-1,0-1 0,0 1 1,0-1-1,0 1 0,0 0 1,-1 0-1,1 0 1,-1 0-1,3 3 0,1 5 105,0 0-1,-1 0 0,0 0 0,0 1 1,-1 0-1,0-1 0,-1 1 1,-1 0-1,1 0 0,-2 19 0,-1 13 406,-11 62-1,6-62-360,-19 102 318,-6 65-162,29-191-630,2 0 0,0 0 0,6 34 0,-4-49-15,0 0 0,0 0 1,0 0-1,0-1 0,1 1 1,-1-1-1,1 0 0,0 1 0,0-1 1,1 0-1,-1-1 0,0 1 1,1-1-1,0 1 0,7 2 0,-4-4-162,-6-1 225,12-2-104,0-1 0,0-1 0,0 1 0,-1-2 0,1 0 0,18-11 0,-26 13 150,0 0-1,1 0 1,-1 0 0,0 1 0,1-1 0,0 1-1,-1 1 1,1-1 0,0 1 0,0 0 0,0 0-1,0 1 1,0 0 0,10 1 0,-12 0-5,1 0 1,0 0 0,-1 1 0,1 0-1,-1 0 1,0 0 0,0 1 0,0-1-1,0 1 1,0 0 0,0 0 0,-1 0-1,1 1 1,-1-1 0,0 1 0,0 0-1,0 0 1,3 7 0,11 19-843,-1 1 0,-2 0 1,16 51-1,-22-54-2893,-2-1 0,4 44 0,-4-16-6713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12:49.33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67 317 11777,'-16'-2'390,"-28"-5"7736,38 5-6708,7-1-356,17-4 257,35-5-36,596-67 2725,-613 76-3885,251-20 148,261-19-819,18-1-2427,-181 7-1665,-132 6-3125,-75 3-3100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12:49.56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 13945,'0'0'2089,"0"3"7,0-1-1873,0 0-1,-1 1 1,2-1 0,-1 0 0,0 1 0,0-1 0,1 0 0,-1 1 0,1-1-1,0 0 1,0 1 0,0-1 0,0 0 0,0 0 0,0 0 0,0 0 0,2 2 0,33 32 1654,-28-28-1408,79 75 302,-4 3 0,-4 4 0,-4 3 1,-3 4-1,90 164 0,-127-196-439,-4 2 0,-3 0 0,-2 2 0,-4 1 0,-3 1 0,-3 1 0,-3 0 0,-3 1 0,-3 0 0,-4 99 0,-9-91-328,-4 0 0,-3-1 1,-33 112-1,11-81-46,-90 189 0,116-281-5,-132 263-2286,98-204-1178,-79 107-1,107-166 2414,-9 14-1476,12-10-3497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12:49.81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55 13745,'11'-45'2367,"-8"36"4918,-2 19-6814,1 0 0,-1 0 0,-1 0 0,-1 15 0,2 13-70,25 448 1579,13 76-4157,22-191-3182,-57-354 4602,0-1-1,1 0 1,12 25 0,-12-32-450,0 1 0,1-1 0,10 13 0,-16-22 1147,0 0-1,0 0 1,0 0 0,0 0 0,1 0-1,-1 0 1,0 0 0,0 0 0,0 0 0,0 0-1,0 1 1,0-1 0,0 0 0,0 0-1,0 0 1,0 0 0,1 0 0,-1 0-1,0 0 1,0 0 0,0 0 0,0 0 0,0 0-1,0 0 1,0 0 0,0 0 0,1 0-1,-1 0 1,0 0 0,0 0 0,0 0-1,0 0 1,0 0 0,0 0 0,0 0-1,0 0 1,1 0 0,-1 0 0,0-1 0,0 1-1,0 0 1,0 0 0,0 0 0,0 0-1,0 0 1,0 0 0,0 0 0,0 0-1,0 0 1,0 0 0,1 0 0,-1-1 0,0 1-1,0 0 1,0 0 0,0 0 0,0 0-1,0 0 1,0 0 0,0 0 0,0 0-1,0-1 1,0 1 0,0 0 0,14-17-5781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12:49.98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128 383 8909,'-24'-153'1993,"21"137"-1330,2 0 0,0 0 1,1 1-1,3-21 0,-1 27-152,0 0 0,0 0 0,1 0 0,0 0 0,1 1 0,4-9 0,-6 13-357,1 0 0,-1 0 0,1 0 0,-1 0 0,1 1 0,0-1-1,1 1 1,-1 0 0,0 0 0,1 0 0,0 0 0,0 1 0,-1-1 0,2 1 0,-1 0 0,0 0 0,9-2 0,-6 2 23,0 1 0,0 1 0,0-1 0,0 1 0,1 1 0,-1-1 0,0 1 0,0 0 0,0 1 1,11 3-1,3 3 178,-1 1 1,0 1-1,0 0 0,-1 2 1,-1 0-1,27 23 1,-6 0-1,-1 2 1,-1 1-1,-3 2 1,-1 1-1,-2 2 1,-2 1-1,-2 1 1,-2 2 0,21 53-1,-30-58-233,-2 1-1,-2 1 1,-2 0 0,-1 0-1,-3 1 1,-1 0 0,-3 0-1,-1 1 1,-3-1 0,-14 88-1,3-77-68,-2-2-1,-3 0 0,-2-1 1,-2 0-1,-40 67 1,-167 234-1138,227-352 1071,-203 271-2735,97-133-892,6 0-4966,56-71-2523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12:50.27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0 423 13741,'0'0'4203,"0"5"-1962,1 16-1090,1 0 0,1 0 1,1-1-1,11 34 0,36 86 1413,-35-100-2018,1 5-159,2-1-1,2 0 1,1-2-1,3-1 0,1-1 1,47 55-1,-61-81-321,12 13 75,1 0 0,1-2 1,35 27-1,-48-43-132,1 0-1,-1-1 1,2 0-1,-1-1 0,31 10 1,-38-15-38,0 0 1,0 0 0,1-1 0,-1 0 0,0 0-1,1-1 1,-1 0 0,0 0 0,1 0-1,-1-1 1,0 0 0,0-1 0,1 1-1,-1-2 1,9-3 0,-12 4-5,0-1 0,-1 0-1,1 0 1,0 0 0,-1 0 0,0 0 0,0-1 0,0 0 0,0 0-1,0 0 1,-1 0 0,0 0 0,0 0 0,0 0 0,0-1 0,-1 1 0,1-1-1,0-7 1,1-5-81,-1 0 1,-1 0-1,-2-32 0,-3-6-165,-3-1 0,-25-96 1,-53-102-180,60 194 40,-4 1-1,-2 2 0,-2 1 0,-3 1 0,-2 2 1,-3 2-1,-55-55 0,81 92-47,0 1 0,-1 0 0,-23-13 0,-21-8-4043,57 33 1598,13 22-11009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12:51.04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52 689 10441,'-3'3'2095,"-2"2"-1597,0 1 0,0 1 0,1-1 0,0 0 0,0 1 0,0 0 0,1 0 0,0 0 0,0 1 0,1-1 0,0 1 0,1-1 0,-1 1 0,1-1 0,0 1 0,1 0 0,0 0 0,1 8 0,1 35 501,2 0 0,2 0-1,2-1 1,17 54 0,-18-82-865,0-1-1,2 0 1,0-1 0,1 0 0,1-1 0,1 0-1,1 0 1,1-1 0,0-1 0,1 0-1,31 26 1,-33-34-244,0-1 0,0 0 0,0-1 0,1 0 0,0-1 0,1-1 0,-1 0 0,1-1 0,0 0 0,0-1 0,0-1 0,0-1 0,1 0 0,-1-1 0,0 0 0,1-1 0,-1-1 0,0-1 0,15-4 0,-3 0-91,0-1 1,0-2 0,-1-1 0,-1-1 0,0 0 0,-1-2-1,0-2 1,-1 0 0,32-28 0,-16 5 30,-1-1 0,-2-1 1,-2-3-1,44-73 0,-32 34-15,65-160 1,-78 159 110,73-195 17,-80 200 172,24-124 1,-49 199-43,0 1 0,-1-1 1,1 0-1,-1 1 0,0-1 1,0 0-1,0 0 0,-1 1 0,1-1 1,-1 0-1,0 1 0,-2-5 1,-4 34 1454,-13 100-759,6 0-1,6 0 1,5 1 0,15 140 0,-6-216-1227,2 0 0,2 0-1,3 0 1,2-2 0,34 79-1,-46-121 218,1-1-1,1 1 0,-1-1 0,1 0 0,0 0 1,0-1-1,1 1 0,0-1 0,0 0 0,0-1 1,0 1-1,1-1 0,0-1 0,8 4 0,-12-5 89,1-1 0,-1-1 0,0 1-1,1 0 1,-1-1 0,0 1 0,1-1-1,-1 0 1,1 0 0,-1-1 0,0 1-1,1-1 1,-1 0 0,6-1 0,38-20-971,-43 20 1005,14-10-244,0-1-1,-1 0 1,-1-1 0,-1-1 0,0 0 0,22-30 0,31-31 385,-63 72 104,0-1 0,0 1 0,0 0 1,0 0-1,1 0 0,0 1 0,-1 0 0,1 0 0,0 1 0,1-1 0,-1 1 0,0 1 0,1-1 0,-1 1 1,1 0-1,-1 0 0,1 1 0,0 0 0,-1 0 0,1 1 0,-1 0 0,1 0 0,-1 0 0,1 1 0,-1 0 0,10 4 1,58 20 927,-2 1-252,2-3-1,124 23 0,-177-44-771,0-2 0,0 0 0,0-1 0,-1-1 0,30-6 0,-38 5-92,0-1 0,-1 0 0,0 0 1,0-1-1,0-1 0,0 0 0,-1-1 0,1 0 0,-1 0 1,-1-1-1,10-8 0,1-7-157,21-28-1,-25 29 62,32-32 1,-47 53 155,1-1 0,-1 0-1,0 1 1,0-1 0,0 1 0,1-1 0,-1 1 0,0 0 0,0 0 0,1-1 0,-1 1 0,0 0-1,1 0 1,-1 0 0,0 0 0,3 1 0,0-1 0,3 0 19,0 1 0,-1 0 1,1 0-1,-1 0 0,1 1 1,-1 0-1,0 0 0,7 4 1,23 6 44,-6-3-29,58 8 0,-77-16-37,0 0 1,-1-1 0,1 0 0,0 0-1,-1-1 1,1-1 0,-1 0 0,1 0-1,13-6 1,-15 4-85,0-1-1,0 0 1,-1 0 0,1 0-1,-1-1 1,-1-1-1,12-11 1,-14 13 30,0 0-1,-1 0 0,0-1 1,0 0-1,-1 1 1,0-1-1,0 0 1,0-1-1,-1 1 1,1 0-1,1-10 1,-4 10 21,-1 1 1,1-1 0,-1 1 0,0 0 0,-1-1 0,1 1 0,-1 0 0,0 0-1,0 0 1,-1 0 0,-5-9 0,6 10 36,0 4 16,1 0 0,-1 0 0,1 1 0,-1-1 0,1 0 0,0 1 0,-1-1 0,1 1 0,0-1 0,-1 1 0,1 0 0,0 0 0,0-1 0,-2 2 0,-2 2 28,-1 0 1,1 0 0,-1 1 0,1 0-1,0-1 1,1 2 0,-1-1-1,1 0 1,0 1 0,1 0 0,-1 0-1,1 0 1,-3 10 0,4-14-87,1 1 1,0 0-1,1 0 1,-1 0-1,0 1 1,1-1-1,0 0 1,0 0-1,0 0 1,0 0 0,0 0-1,0 0 1,1 0-1,0 0 1,-1 0-1,1 0 1,1 0-1,-1 0 1,0 0-1,0 0 1,1 0-1,0-1 1,-1 1-1,1-1 1,0 1-1,1-1 1,-1 0-1,0 0 1,0 0-1,1 0 1,4 3-1,-2-3-335,0 1 0,0-1 0,0 0 0,1 0 0,-1-1 0,0 1 0,1-1 0,-1 0 0,1-1 0,6 1 0,34-5-5641,-15-3-1452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12:51.37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0 344 6393,'2'-7'381,"0"1"1,0 0-1,0 0 1,1 0-1,0 0 1,0 0 0,1 0-1,-1 1 1,1-1-1,0 1 1,1 0-1,-1 1 1,1-1 0,10-7-1,-11 10-149,0-1 0,0 1 0,0 1-1,1-1 1,-1 1 0,1-1 0,-1 1 0,1 0-1,-1 1 1,1-1 0,-1 1 0,1 0 0,0 0-1,-1 1 1,1-1 0,-1 1 0,1 0 0,-1 0-1,1 0 1,-1 1 0,0 0 0,9 4 0,-3-1-33,0 1 0,0 0 0,-1 1 1,1 0-1,-1 0 0,-1 1 0,0 0 0,0 1 1,0 0-1,-1 0 0,-1 1 0,1-1 1,-2 1-1,1 1 0,7 20 0,-3 4 53,0 1 1,-3 0-1,-1 1 0,-1 0 0,-2 42 0,-14 188 418,-48 71-154,20-137-267,38-201-244,1 1-1,0 0 1,0-1-1,0 1 0,0-1 1,0 1-1,-1 0 0,1-1 1,0 1-1,1 0 1,-1-1-1,0 1 0,0 0 1,0-1-1,0 1 0,0-1 1,1 1-1,-1 0 1,0-1-1,0 1 0,1-1 1,-1 1-1,0-1 0,1 1 1,-1-1-1,1 1 1,-1-1-1,1 1 0,-1-1 1,1 0-1,-1 1 0,1-1 1,-1 1-1,1-1 1,0 0-1,-1 0 0,1 0 1,-1 1-1,1-1 0,0 0 1,-1 0-1,2 0 1,17-3-25,-11-3 18,-1 0 1,0 0-1,0 0 1,0-1-1,8-11 1,2-2-16,181-213-1001,-31 33-1090,14 6-3078,282-236 0,-125 185 2929,-221 174 2778,-100 63-67,1 0-1,-1 1 1,2 0-1,-1 2 1,22-4-1,27 8 1283,-65 2-1714,1 0 0,-1 0 0,1 0 1,-1 1-1,0-1 0,0 1 0,0-1 1,1 1-1,-1 0 0,-1 0 1,4 3-1,-4-4-141,12 13-4584,-6-2-707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12:52.64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295 1 8337,'-2'2'2123,"-5"8"-1325,1-1 0,0 1 1,0 0-1,1 1 1,0-1-1,1 1 0,0 0 1,-3 15-1,-16 98 2304,21-112-2870,-83 456 4256,53-300-3717,2-22-290,5-27-1,-20 230 0,45-339-468,0 0 0,0 0 0,1 0-1,0 0 1,3 10 0,-4-18-18,1 0 0,-1 0 0,1 0 0,0 0-1,-1-1 1,1 1 0,0 0 0,0-1 0,0 1 0,0-1 0,0 1 0,1-1 0,-1 1 0,0-1 0,1 0 0,-1 0 0,1 1-1,-1-1 1,1 0 0,-1 0 0,1-1 0,0 1 0,0 0 0,-1 0 0,1-1 0,0 1 0,0-1 0,0 0 0,0 1 0,-1-1-1,1 0 1,0 0 0,0 0 0,3-1 0,3-1-23,-1 1 0,1-2-1,0 1 1,-1-1 0,0 0 0,1-1-1,-1 0 1,0 0 0,9-8 0,9-8-188,24-27 1,-5 6-19,11-8 55,61-51-311,-98 87 405,0 1 0,0 0 0,2 2 0,37-16 0,-51 24 89,0 0 1,0 1-1,0 0 0,1 1 0,-1-1 0,0 1 0,1 0 1,-1 0-1,0 1 0,0 0 0,1 0 0,-1 1 0,0 0 0,0 0 1,0 0-1,0 0 0,-1 1 0,7 4 0,9 6 97,-1 1 0,-1 1 0,22 22 0,-28-25-45,-3-3-68,0-1-1,1 0 1,0-1-1,0 0 1,0 0-1,1-1 1,22 8-1,-28-12-74,0-1 0,0 1 0,0-1-1,1 0 1,-1-1 0,0 1 0,1-1-1,-1-1 1,0 1 0,0-1 0,0 0 0,1 0-1,-1-1 1,0 0 0,0 0 0,-1 0-1,1-1 1,7-4 0,4-4-88,3-2-51,1 1 0,29-13 1,-43 22 203,1 1 0,-1-1 0,1 1 0,-1 1 0,1-1 0,0 2 0,0-1 0,-1 1 0,1 0 0,0 0 0,10 3 0,-5-1 13,0 0-1,0 0 1,0-1-1,0-1 0,0 0 1,0-1-1,0 0 1,26-6-1,-31 4-9,0 0 0,0-1-1,-1 1 1,1-1 0,-1-1 0,1 1 0,-1-1-1,-1-1 1,1 1 0,-1-1 0,0 0-1,0 0 1,-1-1 0,9-13 0,-3 1-32,-1-1-1,0 0 1,-2 0 0,10-38 0,12-84 499,-29 138 89,3 5-502,0 0 1,0 0-1,1 0 1,-1 0-1,0 0 1,0 1-1,0 0 0,0 0 1,-1 0-1,1 0 1,0 1-1,-1-1 1,0 1-1,1 0 1,-1 0-1,0 0 0,0 0 1,2 5-1,0-2-12,0-1 0,1 1-1,-1-1 1,1-1 0,9 7 0,-8-7-40,1 0 1,0 0-1,-1-1 1,1 0 0,0-1-1,1 0 1,11 2-1,-17-3 6,1-1-1,-1 0 0,0 0 0,0-1 0,0 1 0,0-1 0,0 1 1,0-1-1,0 0 0,0 0 0,0 0 0,0-1 0,0 1 0,-1-1 0,1 1 1,0-1-1,-1 0 0,0 0 0,1 0 0,-1-1 0,0 1 0,0 0 1,0-1-1,2-2 0,8-18-42,-1-1 0,-1 0 0,0-1 1,-2 0-1,6-35 0,7-16 148,-5 24 113,4 0 0,1 1-1,38-64 1,-58 112-140,0 1 0,1 0 0,-1 0 0,1 0-1,0 0 1,-1 0 0,1 0 0,0 0 0,0 1 0,0-1 0,0 1-1,1-1 1,2-1 0,-4 3-38,0 0 0,0 0 1,-1 0-1,1 0 0,0 0 0,-1 0 0,1 0 0,0 0 1,0 0-1,-1 0 0,1 1 0,0-1 0,-1 0 0,1 0 0,0 1 1,-1-1-1,1 0 0,-1 1 0,1-1 0,0 1 0,-1-1 1,1 1-1,-1-1 0,1 1 0,-1-1 0,1 1 0,-1-1 1,0 1-1,1 0 0,-1-1 0,0 1 0,1 0 0,-1-1 0,0 1 1,0 0-1,0-1 0,0 1 0,1 0 0,-1 0 0,0-1 1,0 1-1,0 0 0,-1 1 0,3 21 342,0 1 1,-2-1-1,-1 1 0,-1-1 0,-1 1 1,-8 26-1,-45 144 1226,37-138-1219,-12 40-102,-43 143 656,60-186-756,3 1 0,-6 82 0,16-105-183,2-1 0,2 1 0,1-1 1,9 38-1,-11-58-74,1 0 1,0 0 0,0 0-1,1 0 1,0-1 0,1 0-1,0 0 1,1 0 0,0 0-1,0-1 1,9 9 0,-8-8-103,-5-9 136,0 0-1,0 0 0,0 0 0,1-1 1,-1 1-1,0 0 0,0-1 1,0 0-1,0 1 0,0-1 0,0 0 1,0 0-1,-1 0 0,3-1 0,-3-2 34,0 1-1,0 0 0,-1 0 0,1 0 0,-1 0 1,0 0-1,0 0 0,0-1 0,0 1 0,-1 0 0,1 0 1,-1 0-1,0 0 0,-2-6 0,-20-45-127,1 15-202,-3 1-1,-1 2 0,-59-64 0,28 35-2863,32 40-1265,19 20 1110,14 13-2388,14 9-3539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12:52.78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94 115 9193,'-50'-27'2568,"27"27"-284,13-12-348,0 0 2649,13-6-4217,4 0-692,6 6-996,4 3-1100,0 3-11466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14:43.2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61 1408 3464,'4'-9'-623,"-6"7"1690,-13 15 3668,-15 9 8243,27-20-12814,3-2-172,-15 17 540,15-15-490,0-1 0,0 0 1,0 0-1,1 0 1,-1 0-1,0 0 1,0 0-1,1 0 0,-1 0 1,0 0-1,1 0 1,-1 0-1,1 0 1,-1 0-1,1-1 0,0 1 1,-1 0-1,1 0 1,0 0-1,0 0 0,1 1 1529,18-1-1350,43 1 188,-59-2-397,-1 1 6,155 16 198,-145-17-211,-1 1 0,1-2 0,0 1 0,20-5 0,-12 2-8,3-1 189,0 0 0,24-8 0,-14 4-44,176-37 96,-140 30-193,42-6 7,268-26 572,-305 35-395,143-42 0,-65 13 158,200-47-205,55-8-72,26-37-12,-274 80 97,165-36-40,-181 54-92,163-64 1,-263 82 79,-1-1 0,-1-3 0,74-48 0,-54 27 78,2 2-1,2 3 1,1 3-1,2 2 1,1 4-1,83-21 1,162-59 215,-288 96-438,35-23 0,-53 29-29,-6 4-83,-27-20-2179,0 13 346,-26-10-3326,16 0-3547,12 7-1305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14:43.5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111 124 9177,'-18'-21'3358,"-38"-35"0,52 52-2553,0 1 1,-1-1 0,2 0-1,-1-1 1,0 1 0,1-1-1,-6-9 1,8 11 1344,4 4-1253,120 99 1444,-38-35-1952,-2 4 0,-4 4 0,133 156 1,-186-197-347,-1 2 1,-2 1 0,-1 1 0,-2 0-1,-2 2 1,-1 0 0,-2 1 0,-2 0-1,-1 2 1,-2-1 0,-2 1 0,-2 0-1,-1 1 1,-3 0 0,-1-1 0,-2 1-1,-10 69 1,-3-52-61,-1 0-1,-4-1 1,-2-1-1,-2-1 1,-3 0-1,-2-2 1,-3-2-1,-2 0 1,-72 85-1,-9 12-2511,94-120-1767,-20 45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14:44.3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1173 10597,'16'5'577,"0"-1"395,-1 0 4955,3-30-3753,7-3-1463,-14 17-505,-1 0 1,15-23-1,-23 31-177,9-13 43,-2-1-1,0 0 1,0 0 0,-2 0 0,0-1-1,-2-1 1,5-22 0,1-95 34,-13-256 0,-24 76 61,25 311-131,0 0 1,0 0-1,0 1 1,-1-1 0,0 0-1,-3-5 1,5 11-28,0 0 1,0-1-1,-1 1 1,1 0 0,0 0-1,0-1 1,-1 1-1,1 0 1,0-1-1,0 1 1,-1 0-1,1 0 1,0 0-1,-1-1 1,1 1 0,0 0-1,-1 0 1,1 0-1,0 0 1,-1 0-1,1-1 1,0 1-1,-1 0 1,1 0-1,-1 0 1,1 0 0,0 0-1,-1 0 1,1 0-1,-1 0 1,0 1-1,0 0 28,0 0 0,-1 0 0,1 0 0,0 0-1,0 0 1,0 0 0,0 0 0,0 1 0,0-1-1,0 0 1,0 1 0,0 1 0,-8 16 290,1 0 0,0 0 0,2 1 0,0 0 0,2 0 0,-4 32 0,-1 134 1142,16 178 365,-2 172-295,-13-302-1179,-10 668 466,19-798-1117,22 154 0,-20-242 58,0 0 1,1 0 0,0 0 0,2 0 0,0-1 0,0 0 0,2 0-1,0-1 1,13 20 0,-17-29-83,1 0 1,-1 0-1,1-1 0,0 1 1,0-1-1,1 0 0,-1 0 1,1-1-1,0 1 0,0-1 1,0-1-1,0 1 0,0-1 1,1 0-1,-1 0 0,1-1 1,0 0-1,-1 0 0,1-1 1,0 1-1,-1-1 0,1-1 1,0 1-1,-1-1 0,1-1 1,6-1-1,12-5-1763,0 0 0,-1-2 1,-1 0-1,41-25 0,-11 0-5065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14:45.3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1 655 7857,'0'0'3702,"2"-1"-2277,6 0-1093,0 1-1,-1 0 1,1 0 0,0 0 0,-1 1-1,1 0 1,-1 1 0,1 0 0,-1 0-1,0 0 1,14 7 0,140 70 1609,-88-40-1286,-34-17-355,-1 1 0,-1 2 0,-1 1 0,36 36 0,-66-57-245,0 2 0,0-1 0,0 1 0,-1 0 0,0 0 0,0 0-1,-1 1 1,1 0 0,-2 0 0,1 0 0,2 10 0,-5-13-25,0 1 0,0 0 1,0 0-1,-1 0 0,0-1 1,0 1-1,0 0 0,-1 0 0,1 0 1,-2-1-1,1 1 0,0 0 1,-1-1-1,0 1 0,-1-1 0,1 0 1,-1 1-1,-3 4 0,-6 5 13,0 0 0,-1-1 0,0 0 0,-1-1 0,-1 0 0,-24 16 0,-107 56 85,57-36-219,89-49 80,-1 0 0,1 0-1,-1 0 1,1 0 0,0 0 0,-1 0 0,1 0 0,-1 0 0,1 0 0,0-1 0,-1 1 0,1 0-1,0 0 1,-1 0 0,1-1 0,0 1 0,-1 0 0,1 0 0,0-1 0,0 1 0,-1 0 0,1-1-1,0 1 1,0 0 0,-1-1 0,1 1 0,0 0 0,0-1 0,0 1 0,0 0 0,0-1 0,0 1-1,0-1 1,-1 1 0,1 0 0,0-1 0,0 1 0,1-1 0,-1 1 0,0-1 0,-2-17-202,5 10 162,0 0 1,0 1 0,1-1 0,0 1-1,0 0 1,1 0 0,0 1-1,0-1 1,8-7 0,9-12-67,148-171-246,-91 109 554,-67 75-89,0 0-1,2 0 0,-1 1 1,2 1-1,0 0 1,24-13-1,-32 20-57,0 1-1,0 0 1,1 0 0,0 0 0,0 1-1,-1 0 1,1 1 0,0 0 0,0 0-1,0 0 1,1 1 0,-1 1-1,0-1 1,0 1 0,0 1 0,0-1-1,9 4 1,14 8 17,-1 1 1,-1 2-1,-1 1 0,0 1 0,36 30 0,-46-33-68,1-2-1,0 0 0,1-1 0,28 11 0,-38-19 3,0-2 0,1 1 0,-1-1 1,0-1-1,1 1 0,-1-2 0,1 0 0,-1 0 0,1-1 0,-1 0 1,16-4-1,23-1-9,-33 5-19,-1-2-1,0 0 1,0-1-1,0 0 1,-1-1-1,1 0 1,-1-2 0,0 1-1,-1-2 1,0 0-1,0 0 1,-1-2-1,0 1 1,0-1-1,-1-1 1,0 0 0,-1-1-1,10-15 1,13-21-79,-3-2 0,-2-1 0,31-79 1,-40 88 160,145-379-83,-103 276 183,-58 140-131,18-26 311,-21 31-303,1 0 0,0 1 0,0-1 0,-1 1 0,1-1 0,0 1 0,0-1 0,-1 1 0,1 0 0,-1-1 0,1 1 0,-1 0 0,1-1 0,-1 1 0,1 0 0,-1 0 0,1-1 0,-1 1 0,0 0 0,1 2 0,2 6 128,0 0 0,-1 1-1,0-1 1,-1 1 0,0 0 0,0 0-1,-1 0 1,-1 12 0,-15 87 1127,6-52-806,-14 225 976,22-255-1364,0 12 34,1 0-1,2 0 0,10 65 1,-8-88-232,1-1 0,0 0 1,0 0-1,2 0 1,0 0-1,1-1 1,0 0-1,1 0 0,0-1 1,1 0-1,21 23 1,-25-31-1,1 0 1,-1 0 0,1-1-1,0 1 1,0-1-1,1-1 1,-1 1 0,1-1-1,-1 0 1,1-1-1,0 1 1,0-1 0,0-1-1,1 1 1,-1-1 0,10 0-1,-7-2-65,1 0 0,0 0 1,-1-1-1,0-1 0,1 0 0,-1 0 0,0-1 0,0 0 0,-1-1 1,16-9-1,1-3-218,-1-1 1,-1-2-1,38-38 1,54-75 381,-90 102 370,-24 29 315,-8 20-634,5-18-37,1 1 1,0-1 0,-1 1-1,1-1 1,0 1-1,-1-1 1,1 1-1,0-1 1,0 1-1,-1 0 1,1-1 0,0 1-1,0 0 1,0-1-1,0 1 1,0-1-1,0 1 1,0 0-1,0-1 1,0 1 0,0 0-1,0-1 1,1 1-1,-1 0 1,0-1-1,0 1 1,1-1-1,-1 1 1,0-1 0,1 1-1,-1-1 1,0 1-1,1-1 1,-1 1-1,1-1 1,-1 1 0,1 0-1,0 0-1,0 0-1,0-1 1,0 1 0,0 0-1,0-1 1,0 1 0,0 0-1,0-1 1,1 1-1,-1-1 1,0 1 0,0-1-1,0 0 1,0 0 0,1 1-1,-1-1 1,0 0 0,0 0-1,1 0 1,-1 0 0,0 0-1,0-1 1,1 1-1,-1 0 1,0-1 0,0 1-1,0 0 1,0-1 0,1 1-1,-1-1 1,0 0 0,1-1-1,6-3 160,0-1-1,-1-1 0,11-11 0,-14 13 74,0 1 0,0 0 1,1 0-1,-1 0 0,7-4 0,-9 7 1254,-2 23-550,0-11-760,-2 0 0,1 0 1,-2 0-1,-6 20 0,-3 14 63,6-19-138,3-15-308,1 1 0,0-1-1,0 1 1,1-1 0,1 20-1,3 38-3902,-2-67 3513,-1 0 0,1 0-1,0 0 1,0-1 0,0 1 0,0 0 0,1-1-1,-1 1 1,0 0 0,1-1 0,-1 0 0,1 1-1,-1-1 1,1 0 0,0 0 0,-1 1 0,5 0-1,-5-2 26,0 0-1,0 0 0,0 0 0,0 0 0,0 0 0,0 0 0,0 0 0,0-1 1,0 1-1,0 0 0,0-1 0,0 1 0,0-1 0,0 1 0,1-1 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14:46.0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27 100 5144,'0'-1'52,"0"1"0,0-1 0,-1 1 0,1-1-1,0 1 1,-1-1 0,1 0 0,-1 1 0,1-1 0,0 1-1,-1 0 1,1-1 0,-1 1 0,0-1 0,1 1-1,-1 0 1,1-1 0,-1 1 0,1 0 0,-1 0-1,0-1 1,1 1 0,-1 0 0,0 0 0,1 0-1,-1 0 1,1 0 0,-1 0 0,0 0 0,1 0-1,-1 0 1,0 0 0,1 0 0,-1 0 0,-1 1-1,0-1 208,-3 0 3163,6-2-3155,0 0 0,0-1 0,0 1 1,0 0-1,0 0 0,0 0 0,1 0 0,-1 0 1,1 1-1,-1-1 0,1 0 0,0 1 0,-1-1 1,1 1-1,2-2 0,30-20 1990,-21 17-1908,0 0 1,0 1 0,1 0-1,-1 1 1,1 1 0,0 0 0,0 1-1,1 0 1,-1 1 0,27 2 0,1 3-60,0 1 1,57 16-1,-80-17-223,0 2 1,0 0-1,0 1 1,-1 1-1,0 1 0,31 21 1,-41-25-53,-1 1-1,0 0 1,0 0 0,0 1 0,-1 0 0,0 1-1,0-1 1,-1 1 0,0 0 0,0 0 0,-1 1-1,0-1 1,0 1 0,-1 0 0,0 0 0,2 15-1,-4-16-3,-1 1 0,0 0-1,0 0 1,-1-1 0,0 1-1,-1-1 1,0 1 0,0-1-1,0 1 1,-1-1-1,-1 0 1,1 0 0,-1-1-1,-1 1 1,0-1 0,0 0-1,0 0 1,0 0 0,-8 6-1,-1 1-207,0-1 0,-1-1 0,0 0 0,-1-1 0,-1-1 1,1-1-1,-26 11 0,-18 1-3989,59-21 3897,0 0-1,0 1 1,0-1-1,0 0 1,0 0 0,0 0-1,0 0 1,0 0-1,0 0 1,0 0 0,-1 0-1,1 0 1,0-1-1,0 1 1,0 0 0,0-1-1,0 1 1,-2-2-1,-1 1-1247,-16-3-5558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14:46.6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1830 12229,'-2'-2'332,"1"-1"0,-1 1 0,1-1 0,0 1-1,0-1 1,0 0 0,1 0 0,-1 1 0,0-1 0,1 0-1,0 0 1,0 0 0,0 0 0,0 1 0,1-5 0,14-43 2661,-5 24-2608,9-35 240,-3-2 1,11-85-1,3-141-165,-22 194-388,97-533 63,-81 511-76,30-165 3,-47 259 396,-7 23-445,0 0-1,0 0 1,1 0-1,-1 0 1,0 0-1,0 0 1,1 0-1,-1 0 1,0 0-1,0 1 1,0-1-1,0 0 1,1 0-1,-1 0 1,0 0-1,0 1 1,0-1-1,0 0 1,1 0-1,-1 0 1,0 1-1,0-1 1,0 0-1,0 0 1,0 0-1,0 1 1,0-1-1,0 0 1,0 0-1,0 1 1,0-1-1,0 0 1,0 0-1,0 1 1,0-1-1,0 0 1,0 0-1,0 1 1,0-1-1,0 0 1,0 1-1,1 49 822,-14 121 835,-10 237 141,21-314-1577,-2-8-36,4 1-1,20 149 0,-18-224-282,1-1-1,0 1 1,1-1 0,0 0 0,0-1-1,1 1 1,1-1 0,-1 0 0,2 0 0,-1 0-1,2-1 1,14 16 0,-16-20-41,0 0 0,1 0 0,-1-1 0,1 0 0,0 0-1,1 0 1,-1-1 0,0 0 0,1 0 0,0-1 0,0 0 0,0-1 0,-1 1 0,2-1 0,-1-1 0,0 0 0,0 0 0,0 0-1,10-3 1,-2 0-47,1-1-1,-1-1 1,0-1-1,0 0 1,-1-1-1,0 0 1,15-11-1,95-74-378,-60 42 901,-53 40 235,0 0 1,19-22-1,-29 30-64,7 121 934,-4-75-1323,-4-29-446,2 0-1,0 0 1,0 0 0,11 26-1,18 23-4489,-31-62 4593,0-1-1,0 1 1,0-1 0,0 0 0,0 1 0,0-1 0,0 0-1,1 1 1,-1-1 0,1 0 0,-1 0 0,1 0 0,-1-1-1,1 1 1,-1 0 0,1 0 0,0-1 0,-1 1 0,3-1-1,0 1-656,0-1-1,0 0 0,0 0 1,0 0-1,0-1 0,0 1 1,0-1-1,6-2 1,10-5-5946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14:46.7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58 7881,'4'-39'2500,"12"30"-1712,1 0 268,-3 12-880,6 3-216,0 6-248,6 12-232,-9 0-252,-7-12-584,-6 15-1420,6 16-889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14:47.3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1083 8245,'25'7'2531,"-20"-5"-330,-5 2-273,9 33 944,-6-27-2329,-1 1 0,0 0 0,0 0 0,-1-1 0,0 19 0,-6 28 56,3-1 0,2 1 0,10 73 0,-8-120-680,0 1-1,0-1 1,1 1-1,0-1 1,8 17-1,-9-23-42,1 0 0,-1 0-1,1 0 1,0 0-1,1-1 1,-1 0-1,0 0 1,1 0-1,0 0 1,0 0-1,0 0 1,0-1-1,0 0 1,0 0 0,1 0-1,4 1 1,0-1-67,0 0 1,-1 0 0,1-1 0,0 0-1,0-1 1,1 0 0,-1 0 0,0-1-1,0 0 1,0 0 0,-1-1 0,1-1-1,0 1 1,-1-1 0,1-1-1,-1 1 1,0-2 0,0 1 0,-1-1-1,10-7 1,7-7 100,0-2 0,-2 0 0,0-2 0,30-41 0,139-212 1685,-95 131 93,24-47 1429,-119 191-3060,0 1-1,0-1 0,0 1 0,0-1 0,1 1 1,-1 0-1,0-1 0,0 1 0,0 0 0,0 0 0,0 0 1,0 0-1,1 0 0,-1 0 0,0 0 0,0 0 0,0 0 1,2 1-1,-1-1 101,-1 1-116,0-1-1,1 0 0,-1 1 1,0-1-1,0 1 1,0-1-1,1 1 0,-1-1 1,0 1-1,0 0 1,0 0-1,0-1 1,0 1-1,0 0 0,0 0 1,-1 0-1,1 0 1,0 0-1,0 0 0,-1 0 1,1 1-1,-1-1 1,1 0-1,-1 0 0,1 0 1,-1 1-1,0-1 1,0 0-1,1 0 1,-1 1-1,0-1 0,0 0 1,0 1-1,0-1 1,-1 2-1,-4 60 589,3-47-453,-10 65 432,5-39-330,-3 72 1,10-106-445,1 0 1,0 1 0,0-1 0,1 0-1,0 0 1,0 0 0,1 0 0,0 0-1,4 8 1,-5-13 83,-1-1-1,0 0 1,1 1-1,-1-1 1,1 0 0,0 0-1,0 0 1,-1-1 0,1 1-1,1 0 1,-1-1-1,0 1 1,0-1 0,0 1-1,1-1 1,-1 0-1,1 0 1,-1 0 0,1-1-1,-1 1 1,1 0-1,0-1 1,-1 0 0,1 0-1,-1 0 1,1 0 0,0 0-1,-1 0 1,1 0-1,0-1 1,-1 0 0,1 1-1,3-3 1,5-2-89,-1 0 0,-1 0 0,1-1 0,-1-1 0,0 0 0,0 0 0,-1-1 0,12-13 0,59-80-868,-62 77 877,62-85-89,-5-3 0,-5-4 1,64-147-1,-41-16 1233,-35 92 645,-56 183-1576,20-43 554,-20 45-132,-4 4 201,-4 7-409,0 1-1,1 0 1,-1 0 0,2 0-1,-1 0 1,2 1 0,-1 0-1,-3 16 1,-1-1 87,-60 162 1370,-59 151 127,76-218-1407,-13 30 20,-61 212 1,120-342-634,1-1-1,1 1 1,1 0-1,1 1 1,0-1 0,2 0-1,3 30 1,-2-43-48,1 0 1,0 0-1,0 0 1,1-1 0,0 1-1,0-1 1,1 1-1,0-1 1,0 0-1,1 0 1,0-1-1,0 1 1,0-1-1,1 0 1,0-1-1,0 0 1,0 1 0,1-2-1,0 1 1,0-1-1,0 0 1,8 3-1,-3-2-343,0-1-1,0-1 1,0 1-1,1-2 1,0 0-1,-1 0 0,1-1 1,20-1-1,-13-2-1051,1 0-1,0-1 0,-1-1 0,30-11 1,33-16-7188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14:47.5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 48 8525,'-1'-2'131,"-5"-27"1383,6 28-1445,0 1 0,0-1 0,0 0 0,0 1-1,0-1 1,0 0 0,0 1 0,1-1 0,-1 1 0,0-1 0,0 0 0,1 1 0,-1-1 0,0 1 0,1-1-1,-1 0 1,1 1 0,-1-1 0,1 1 0,-1 0 0,1-1 0,-1 1 0,1-1 0,-1 1 0,1 0 0,0-1 0,7-1 7204,19 54-4574,20 49-1841,-45-96-877,0-1 1,0 0-1,1 1 1,0-1 0,0 0-1,0-1 1,0 1-1,0-1 1,1 1 0,6 3-1,-8-5-40,2-2 7,3-1 44,1 0-1,-1 0 1,0 0-1,13-5 1,24-5 17,-41 11-7,0 0 0,0 0 1,0 1-1,0-1 0,0 1 0,0-1 1,0 1-1,0 0 0,0 0 0,0 1 0,-1-1 1,1 1-1,0-1 0,-1 1 0,1 0 0,-1 0 1,0 0-1,1 0 0,2 5 0,5 3 23,-1 2-1,14 23 1,-9-9-3,-1 1-1,-2 0 1,0 0-1,7 31 1,-6-7 24,9 73-1,-15-66-212,-3 0 0,-2 0 0,-2 0 1,-3 0-1,-3 0 0,-2-1 0,-3 0 0,-20 61 0,25-99-452,-8 23-2007,1-19-4526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14:47.7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 70 9425,'43'-39'8177,"-36"24"-6969,0 0 964,-21 33-6993,-13 9 85,-3-6-3705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14:48.1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660 1 2128,'-395'90'-12,"257"-48"-660,11 0 172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14:59.4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 0 4208,'0'1'175,"-1"0"-1,1 0 0,0 0 0,-1 0 0,1 0 0,-1 0 0,0 0 0,1 0 1,-1 0-1,0 0 0,1 0 0,-1-1 0,0 1 0,0 0 0,0 0 0,-1 0 1,-16-14 11172,21 13-11213,16-1-58,-1 2 0,1 0 0,-1 1 0,1 1 0,33 9 0,134 27-96,-96-22-78,66 5 225,-68-12-119,90-1 0,4 0-3,-58 2 56,348 47-12,-206-16-127,-177-30 92,113 14-35,213 35 53,158 21-137,-523-76 108,52 3 170,0-5 0,1-4 0,0-5-1,136-24 1,-130 15 372,30-5 136,48-11 185,-80 14-597,-69 12-163,56-13 1,-9 1-28,-55 12-47,38-11-1,94-24 16,-128 30-61,-25 7-144,1 0 0,-1-1 0,16-7 0,-22 8-338,-9-16-8354,0 1 4974,-5 4-1990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14:59.8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345 2 6537,'42'-2'3498,"-1"2"1,73 9 0,-29 9-1365,-67-14-1846,-1 1 0,-1 1 0,1 1 0,-1 0 1,0 1-1,0 0 0,-1 2 0,0 0 0,-1 0 0,26 25 0,-26-20-178,0 0 0,-1 1 0,-1 1-1,0 0 1,-1 0 0,-1 1 0,-1 0 0,9 23 0,-6 3-54,-2-1-1,-2 1 1,-2 0 0,-2 1 0,-2-1-1,-1 1 1,-3 0 0,-2-1 0,-1 0-1,-14 53 1,8-56-108,-1 0 0,-2-1 0,-1 0 0,-3-1 0,-1-1 0,-1-1 0,-3-1 0,0 0 0,-3-2 0,-53 56-1,52-66-89,-1-1-1,-1-1 0,-1-1 0,-1-2 0,-1-1 0,-43 18 0,36-20-643,-1-2 0,0-2-1,-1-1 1,0-3 0,-50 5 0,79-11 148,-1-2 1,1 0 0,0 0-1,0-1 1,-17-4 0,-9-7-4237,17 3-1092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15:01.0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394 61 6245,'0'-1'118,"0"-1"0,0 1 1,0 0-1,0-1 1,0 1-1,0 0 1,0-1-1,0 1 0,1 0 1,-1 0-1,0-1 1,1 1-1,-1 0 0,1 0 1,0-1-1,-1 1 1,1 0-1,0 0 1,-1 0-1,1 0 0,0 0 1,1-1-1,4-4 1360,7-17 864,-11 21-561,0 2-967,6 2-420,-6-2-307,-1 0 0,1 0-1,-1 0 1,1 0 0,-1 1-1,0-1 1,1 0 0,-1 1 0,0-1-1,1 1 1,-1 0 0,0 0-1,1-1 1,0 2 0,-1 0-33,-1 0 1,1-1 0,-1 1-1,1 0 1,-1-1 0,0 1-1,0 0 1,0-1 0,0 1-1,0 0 1,0-1 0,0 1-1,-1 0 1,1-1 0,-1 1-1,0 2 1,-10 35 727,-1-1 0,-33 68 1,-51 73 316,70-132-881,2-7-66,-42 85 164,-9 39-40,51-108-190,3 1 0,-19 83 0,34-107-286,1 0 0,1 1-1,2 0 1,5 66-1,-3-93 104,1-1-1,0 1 0,1-1 0,-1 1 0,1 0 1,1-1-1,-1 0 0,1 0 0,0 0 0,0 0 1,1 0-1,6 7 0,-8-10 38,1 0 1,0-1-1,-1 0 0,1 0 0,0 0 1,0 0-1,0 0 0,0 0 0,1-1 1,-1 0-1,0 1 0,1-1 0,-1 0 1,1-1-1,-1 1 0,1-1 0,-1 1 1,1-1-1,-1 0 0,1-1 0,0 1 1,-1 0-1,1-1 0,-1 0 1,0 0-1,4-1 0,19-8-187,-1-1 0,-1-1 0,0-2 0,31-21 0,77-66-503,-125 95 735,92-76-245,-39 30 122,101-66 0,-151 112 249,1 0 1,-1 0-1,1 1 1,1 1-1,-1 0 1,1 0-1,0 1 0,-1 0 1,1 1-1,0 1 1,19-1-1,-27 3-50,-1-1-1,0 0 1,0 1-1,0 0 1,0 0-1,0 0 1,0 0-1,0 0 1,-1 0-1,1 1 1,0 0-1,0-1 0,-1 1 1,1 0-1,-1 0 1,0 0-1,0 1 1,0-1-1,0 0 1,0 1-1,0 0 1,0-1-1,1 5 1,2 4 102,-1 1 0,0 0 1,-1 0-1,3 18 0,-3-19-27,5 47 367,3 71 0,5 40-10,-11-136-431,-2-11-2,2 1 0,8 29 0,-11-46-44,0 0-1,1 0 1,0-1-1,0 1 1,0-1-1,0 1 1,1-1-1,0 0 1,0-1-1,0 1 1,1-1-1,0 1 1,6 3-1,-8-6-10,0 0-1,0 0 1,1-1-1,-1 0 1,0 1 0,1-1-1,-1-1 1,1 1 0,-1 0-1,1-1 1,0 0-1,-1 0 1,1 0 0,-1 0-1,1 0 1,0-1 0,-1 1-1,1-1 1,-1 0-1,1 0 1,-1-1 0,0 1-1,1-1 1,-1 0-1,0 1 1,0-1 0,0-1-1,3-2 1,4-4-6,0 0 0,0-1 0,-1 0 1,0-1-1,-1 0 0,9-15 0,3-7 12,-2-1 1,-2 0-1,0-2 0,-3 0 0,12-48 0,-20 64-28,-1 0-1,-1 0 0,-1 0 0,-1 0 0,-1 0 0,-1 0 0,0 0 0,-1-1 0,-2 2 0,0-1 0,-12-36 0,13 49-139,-1 0 0,1 0-1,-1 0 1,-1 1 0,1-1 0,-1 1 0,0 0 0,-1 1-1,1-1 1,-1 1 0,0 0 0,0 1 0,-1-1 0,1 1-1,-1 1 1,-8-5 0,8 6-646,1 0 0,-1 0 0,0 0-1,1 1 1,-1 0 0,0 0 0,0 0 0,0 1 0,0 0 0,0 1-1,-11 1 1,-5 4-5833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15:01.6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266 621 6109,'-5'-13'1446,"16"8"4044,-11 11-5251,-1 1 1,1 0 0,-2-1-1,1 1 1,-1-1 0,0 1-1,0-1 1,-1 0 0,0 1-1,0-1 1,-4 5 0,-7 9 325,-30 33 1,28-36-329,-20 31 0,21-25-78,-7 9 56,1 1 1,3 1-1,-25 61 1,39-86-224,1 0 0,0 1 1,1-1-1,0 1 1,1-1-1,0 1 0,0 0 1,1 0-1,1 0 1,-1-1-1,2 1 0,-1 0 1,1-1-1,0 1 0,1-1 1,1 0-1,-1 0 1,1 0-1,10 16 0,-10-20-52,0 0 0,0-1 0,1 1 0,0-1 0,-1 0 0,2 0 0,-1 0 0,0-1 0,1 0-1,0 0 1,-1 0 0,1-1 0,0 0 0,1 0 0,-1 0 0,0-1 0,0 0 0,1 0 0,-1 0-1,0-1 1,1 0 0,-1 0 0,1-1 0,-1 0 0,0 0 0,7-2 0,-4 1 26,-1-1 0,1 1 0,0-1-1,-1-1 1,0 0 0,1 0 0,-2 0 0,1-1 0,0 0 0,-1-1 0,0 0 0,0 0 0,-1 0 0,0-1-1,0 0 1,0 0 0,-1 0 0,6-12 0,-8 14 20,-1-1-1,1 1 0,-1-1 1,0 0-1,-1 0 1,0 0-1,1 0 1,-2 0-1,1-8 1,-1 10 13,-1 0 1,0 0 0,0 1 0,0-1 0,0 0 0,-1 1 0,0-1-1,1 1 1,-1-1 0,0 1 0,-1 0 0,1 0 0,0 0 0,-1 0-1,0 0 1,-4-3 0,2 2-34,-1 0-1,1 1 0,-1-1 1,0 1-1,-7-2 1,10 4-41,0 0-430,-31-4 402,31 5 62,2 3 64,-1 2 6,0 0 1,1 0-1,0 1 1,0-1-1,0 1 1,0-1-1,1 1 0,0-1 1,0 1-1,1-1 1,-1 1-1,1-1 0,1 0 1,-1 1-1,1-1 1,-1 0-1,4 6 0,1-2-5,-1 0 0,1-1-1,1 0 1,-1 0 0,2-1-1,-1 0 1,1 0 0,0-1-1,0 0 1,0 0 0,1-1-1,0 0 1,0 0 0,1-1-1,-1 0 1,20 4 0,-4-1-11,1-1 1,0-2 0,0-1-1,0 0 1,42-3-1,-33-3-30,0-1-1,0-2 0,-1-1 0,0-2 0,51-19 1,-40 8 15,-1-1 0,-1-3 0,54-38 0,9-20 23,184-188 1,-272 252-25,340-362 666,-92 94 957,-210 234-592,-54 51-580,-3 6-13,-20 44 49,-2-1 0,-57 88 0,0-8-707,-73 160 0,112-195-2503,-34 115 0,51-113-2196,14-1-2927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15:02.5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355 0 9265,'5'14'1322,"-2"1"0,1-1 0,-2 1 0,0 0 0,-1 0 1,0 19-1,-3 0 410,-9 55 0,-5-21 87,-48 128 0,29-95-1143,1-5-251,-37 126-1058,10-29-2529,11-69-2202,32-77-250,7-6-3352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15:02.7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19 9461,'-3'-18'1456,"16"27"-336,4 3 944,-21 6-1572,4-3-112,-3 12-236,3 0-408,-3 4-240,-1 2-368,1 0-400,-7 21-2300,0-18-2077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15:02.9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606 15 7653,'17'-14'2310,"-11"14"-347,-15 26 901,2-11-2149,-85 188 4957,-28 70-3970,32-56-1560,-37 94-2292,5-25-3490,83-203 940,6-9-2847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15:03.1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953 0 5945,'10'2'562,"-1"1"1,-1-1 0,1 1 0,0 1 0,-1-1 0,1 2 0,-1-1 0,0 1-1,8 7 1,-13-10-398,0 1 0,-1-1 0,0 1 1,0 0-1,1 0 0,-2 0 0,1 0 0,0 0 0,-1 0 0,1 0 0,-1 1 0,0-1 0,0 0 0,0 1 0,0-1 0,-1 1 0,0-1 0,1 1 0,-1-1 0,-1 1 0,1-1 1,0 1-1,-1-1 0,0 1 0,1-1 0,-1 1 0,-3 4 0,-2 7 141,-2 0 1,0 0-1,0 0 1,-2-1-1,0 0 1,0-1-1,-1 0 1,-1-1-1,0 0 1,-1 0-1,-26 17 1,6-7-32,-1-2 1,-1-1-1,-1-2 1,-39 14 0,-27 1-144,-1-4 1,-1-4 0,-197 18 0,239-34-1264,26-2-4697,66-12 1252,19-8-2687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15:04.1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799 578 4688,'-19'7'538,"10"-5"29,0 1 0,0 1-1,0 0 1,0 0 0,1 0-1,-13 10 1,-271 198 4540,221-155-4934,3 3-1,2 4 1,3 2 0,-54 75-1,112-135-212,1 0 0,1 1 0,-1-1 0,1 1 0,-3 8 0,2-5 18,4-10 19,0 1 0,0-1 0,0 1-1,0-1 1,0 1 0,0-1 0,1 0 0,-1 1-1,0-1 1,0 1 0,0-1 0,0 1 0,1-1-1,-1 1 1,0-1 0,0 0 0,1 1-1,-1-1 1,0 0 0,1 1 0,-1-1 0,0 0-1,1 1 1,-1-1 0,0 0 0,1 0-1,-1 1 1,1-1 0,-1 0 0,1 0 0,0 0-1,14 4-25,-5-8 12,0 0 1,-1-1 0,0 0-1,0-1 1,0 0 0,9-9-1,1 1 14,61-51-17,-47 37 3,63-41 0,-79 58 89,1 1 0,0 1 0,1 1 0,33-10 0,-43 15-32,0 2 0,1-1 0,-1 1-1,0 0 1,1 1 0,-1 0 0,1 1 0,-1 0 0,1 1 0,-1-1 0,17 7-1,-8 0 109,0 0-1,28 19 0,-9-6 1,51 36-28,11 5 114,-87-56-235,1 0 1,-1-1 0,1 0-1,0-1 1,0-1 0,22 4-1,-20-6 3,-6 1 6,-1-1 1,1-1-1,0 1 1,-1-1-1,1-1 1,0 0-1,-1 0 1,1-1-1,12-4 1,0-1 0,-1-1-1,0-1 1,0-1 0,-1 0 0,28-22 0,-46 32-13,-1 0 0,0 0 1,1 0-1,-1 0 1,1-1-1,-1 1 0,0 0 1,1 0-1,-1 0 1,0-1-1,0 1 1,1 0-1,-1 0 0,0-1 1,0 1-1,1 0 1,-1 0-1,0-1 0,0 1 1,1 0-1,-1-1 1,0 1-1,0 0 1,0-1-1,0 1 0,0 0 1,0-1-1,0 1 1,0-1-1,1 1 0,-1 0 1,0-1-1,-1 1 1,1 0-1,0-1 1,0 0-1,-15 1-44,10 1 11,0 0 0,-1 1-1,1 0 1,0-1 0,1 2-1,-6 2 1,-29 34-830,37-37 497,2 1-111,1 0 396,0-1-1,1 1 1,-1-1 0,0 1 0,1-1-1,0 0 1,-1 1 0,1-1-1,0 0 1,0 0 0,3 2 0,-1-3 46,1-1 1,-1 1 0,1-1 0,-1 0 0,1 0 0,-1-1 0,1 0 0,-1 1 0,0-1-1,1-1 1,5-1 0,0 0-23,11-3 12,0-1-1,-1-1 1,0-1 0,0 0 0,24-17-1,87-68 208,-75 51-114,111-87 279,-14 6 301,-9 7 871,-142 115-1300,-35 13 202,24-5-364,1 1-1,0 0 0,0 0 1,1 1-1,0-1 1,0 2-1,0-1 0,1 1 1,1 0-1,-1 0 1,2 1-1,-1-1 0,1 1 1,-5 20-1,10-28-33,-1 1 0,1-1 0,0 0-1,0 0 1,0 0 0,0 1 0,0-1 0,0 0 0,0 0-1,1 0 1,-1-1 0,1 1 0,0 0 0,-1 0 0,3 1-1,-2-3-13,0 1 0,1 0 0,-1 0 0,0-1-1,0 0 1,0 1 0,1-1 0,-1 0 0,0 0-1,0 0 1,1 0 0,-1 0 0,0-1 0,0 1-1,0-1 1,1 0 0,-1 1 0,0-1-1,2-1 1,43-25-133,-35 19 130,108-74-113,210-188 0,-163 126 188,-130 112 28,105-81 566,-119 97-325,0 1 1,2 0-1,0 2 1,32-12-1,-56 25-299,0 0 0,0 0 0,0 0-1,0 1 1,0-1 0,0 0 0,0 0 0,0 1-1,0-1 1,0 1 0,-1-1 0,1 1-1,0-1 1,0 1 0,0-1 0,-1 1 0,1 0-1,0-1 1,0 2 0,1 0 49,0-1-60,0 1 0,0 0 1,-1-1-1,1 1 0,-1 0 1,1 0-1,-1 0 0,0 0 1,1 0-1,-1 0 0,0 1 1,-1-1-1,1 0 0,0 0 1,-1 1-1,1-1 0,-1 1 0,0-1 1,1 0-1,-1 1 0,0-1 1,-1 3-1,0 9 37,-1 0-1,-7 25 1,6-29-18,2-4-18,-37 175 114,35-158-295,1 1-1,1-1 1,1 1 0,1-1-1,7 44 1,-6-59 63,0 0 0,0-1 0,0 1 0,1-1 0,0 0 0,1 0 0,0 0 0,0-1 0,0 1 0,1-1 0,0 0 0,0 0 0,0 0 0,1-1 0,0 0 0,0 0 0,9 6 0,-7-7 42,0-1 0,0 1 0,0-2 0,0 1 0,0-1 0,0 0 0,1 0 0,-1-1 0,0-1 0,1 1 0,-1-1 0,1-1 0,-1 1 0,1-1 0,-1-1 0,9-2 0,13-5-9,0-2-1,0-1 0,-1-2 1,-1-1-1,0 0 0,27-22 1,147-125-99,-190 152 147,276-249 24,-130 114 63,-154 142-229,-1-1-1,1 0 1,-1 0-1,0 0 0,0-1 1,4-8-1,-90 31-4941,35-1-509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15:06.7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14 112 2928,'-14'-27'5533,"17"24"-5229,1 0-120,21-22 766,-24 24-662,0 0 0,0-1 0,0 1-1,-1-1 1,1 1 0,0 0 0,-1-1 0,1 1-1,-1-1 1,1 1 0,-1-1 0,1-2 0,-1 5-271,0 1 0,0-1 0,0 0 0,1 0 0,-1 0 0,0 0 0,1 0 0,-1 0 0,1 0 0,-1 0 0,1 0 0,0 0 0,-1 0 0,1 0 0,0 0 0,0-1 0,0 1 0,0 0 0,-1 0 0,1-1 0,0 1 0,0-1 0,0 1 0,0-1 0,0 1 0,1-1 0,-1 1 0,0-1 0,0 0 0,0 0 0,0 0 0,2 0 0,47 1 74,-29-1-31,12 1-15,37-5-1,28 1-87,33 3 25,139-18 0,85-9 53,-218 20-120,-121 9 46,-9 0 34,30-1-21,-19-2-5,0 1 0,1 1 0,-1 1-1,0 0 1,0 1 0,0 1 0,18 6-1,-34-9-68,3-1 20,21 0 115,-2-1 85,-1 1 0,1 1 0,-1 2 1,30 5-1,-50-7-164,10-20-7746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15:08.6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 1 4088,'0'0'9159,"-3"0"-8865,-27 9 503,29-9-731,0 0-1,-1 1 0,1-1 0,0 1 0,-1-1 0,1 1 1,0 0-1,0 0 0,0 0 0,0-1 0,0 1 0,0 0 1,0 0-1,0 0 0,0 0 0,0 1 0,0-1 0,1 0 1,-1 0-1,0 0 0,1 1 0,-1-1 0,1 0 0,-1 2 0,1 0-10,1 1 0,-1-1 0,1 0 0,0 1 0,-1-1 0,1 0 0,1 0 0,-1 1 0,0-1 0,1 0 0,0 0 0,-1-1-1,5 6 1,34 30 608,-11-11-307,107 103 668,-105-103-973,-11-9-44,2-1 1,0-1-1,1-1 0,0-1 0,1-1 0,1-1 0,28 10 0,5 0-6,2-2-1,73 14 1,87 17 21,-66-13-123,142 20 186,416 27 0,-320-64-26,40 3-65,53 4 54,78 7 85,-526-31-136,126 10 89,186-8-1,-280-10 90,154-4 1005,-219 8-1200,-1 0 0,0 0-1,0 0 1,0-1 0,0 1 0,0-1-1,0 0 1,3-1 0,-3-3-891,-13-3-159,5 6 530,-1-1-2,-6 0-3472,-19-4-6480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15:08.9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98 24 9989,'5'-1'249,"-2"1"-89,-1 0 1,1 0-1,-1 0 1,0 0-1,1-1 0,-1 1 1,0-1-1,0 0 1,1 0-1,-1 0 0,0 0 1,0 0-1,0 0 1,0-1-1,3-2 1,-2 3-5,-1 0 0,1-1 0,-1 1 0,1 0 0,0 1 0,-1-1 0,1 0 0,0 1 0,0 0 0,0-1 0,0 1 0,-1 0 0,1 0 0,0 1 0,0-1 0,0 1 0,3 0 0,7 2 255,-1 1 0,0-1 0,11 7-1,5 2-151,-1 2 0,-1 1 1,-1 1-1,0 1 0,-1 1 0,-1 1 0,0 2 0,-2 0 0,0 1 0,-2 1 0,0 0 1,-2 2-1,0 0 0,-2 1 0,18 42 0,-28-56-221,2 5 21,0 1-1,-1-1 1,-1 2-1,-1-1 0,0 0 1,1 38-1,-3 126 280,-3-163-314,0-1 0,-2 0-1,0 0 1,-1-1-1,-1 1 1,-1-1 0,-12 26-1,4-17-30,-2 0 0,-35 42-1,42-56-3,-14 16-279,-1-2 0,-2 0 0,-1-2-1,-52 38 1,36-34-1564,0-2 1,-85 38-1,55-33-2949,8 2-2741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15:09.5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227 12 6333,'13'-12'6329,"-12"15"-6267,-1 0 341,1 1 0,-1 0 0,0-1 0,0 1 0,-1 0 0,1 0 0,-1-1 0,0 1 0,0 0 0,0-1 0,0 1 0,0-1 0,-1 1 0,0-1 0,0 0 0,-4 6 0,0 2-1042,-16 29 1627,-6 8 181,2 2 1,-22 62-1,25-44-391,4 1 0,2 1 1,-9 100-1,21-123-1224,3 1 0,2 0 0,2-1-1,2 1 1,2-1 0,12 50 0,-16-89-415,0 0 0,-1 0 0,-1 0 0,0 15 0,0-13-393,0-6-1772,17 8-8827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15:09.9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643 30 7057,'0'0'3877,"1"-2"-2306,13-23 1138,-12 22-683,0 5-1216,33 21-145,-2 2 0,0 2-1,-2 1 1,41 48-1,-55-56-589,-1 2-1,-1 0 0,-2 0 1,0 1-1,-1 1 0,-1 0 0,-2 1 1,10 35-1,-15-41-58,-1-1-1,0 1 1,-2 0 0,0 0-1,-1-1 1,-1 1-1,-1 0 1,-1 0 0,0-1-1,-1 1 1,-1-1 0,-1 0-1,0 0 1,-2-1 0,0 0-1,-1 0 1,0-1 0,-1 0-1,-1-1 1,-1 0-1,0 0 1,-1-2 0,-20 19-1,-2-6 5,-1-1-1,0-2 0,-2-1 0,-64 26 1,-172 50-630,223-82 250,8-2-536,-89 30-1226,45-11-7268,73-29 3238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15:10.2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113 0 8121,'8'23'1861,"-6"-19"-132,-6-2-1363,1 0 0,0 0 0,-1 0 1,1 1-1,0-1 0,1 1 0,-1-1 0,0 1 0,1 0 0,-5 6 0,5-5 53,-7 9-11,1 1 0,0 0 0,1 1 1,1-1-1,0 2 0,1-1 0,0 0 0,-3 29 1,2-16-153,1-4-140,1 0 1,1 0-1,1 1 0,1 0 0,1-1 0,1 1 0,2-1 0,0 1 1,1-1-1,2 0 0,1 0 0,11 29 0,-13-43-102,0 0 0,0-1 1,1 0-1,0 0 0,1 0 0,0 0 0,0-1 0,1 0 0,0-1 0,12 10 0,-17-15-11,0 0 0,0 0 0,0 0 0,1 0 0,-1 0-1,0-1 1,1 1 0,-1-1 0,1 0 0,0 0 0,-1 0 0,1 0 0,0-1 0,-1 0 0,1 0-1,0 0 1,0 0 0,-1 0 0,1-1 0,0 1 0,-1-1 0,1 0 0,0 0 0,-1-1 0,0 1-1,1-1 1,-1 1 0,0-1 0,1 0 0,-1-1 0,0 1 0,-1 0 0,4-4 0,4-5 0,0-1 1,-1 0 0,-1-1-1,0 0 1,0 0 0,8-21-1,26-89 132,-33 80-28,-1 1-1,3-60 0,-6 49-62,-3 29-215,-2-1 0,0 0 0,-2 0 0,-1 0 0,0 1 0,-13-42 0,15 62-946,-20 4-2016,20 0 2881,0 0-1,-1 0 1,1 0 0,0 0 0,-1 0-1,1 0 1,0 0 0,-1 0-1,1 1 1,0-1 0,0 1 0,-1-1-1,1 1 1,0-1 0,0 1 0,-1-1-1,1 1 1,0 0 0,0 0-1,0 0 1,0 0 0,0 0 0,0 0-1,0 0 1,1 0 0,-2 2 0,-9 15-6880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15:10.8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378 1 8913,'-2'2'1740,"-4"4"-1027,0 0-1,-1-1 1,1 0-1,-1 0 1,-15 7 0,-22 17 1022,18-3-1018,1 1 1,1 1 0,2 1 0,-22 35 0,24-33-370,1 0-135,2 1 0,1 1-1,1 0 1,2 1 0,2 0-1,-8 40 1,17-67-202,0 1-1,1 0 1,0-1-1,1 1 1,-1 0-1,1 0 1,1 0 0,0-1-1,0 1 1,0 0-1,4 9 1,-4-13-40,1 0-1,0 0 1,-1-1 0,2 1-1,-1-1 1,0 1 0,1-1 0,-1 0-1,1 0 1,0 0 0,0 0-1,0 0 1,0-1 0,1 1 0,-1-1-1,1 0 1,0 0 0,-1 0-1,1-1 1,0 1 0,0-1 0,0 0-1,7 1 1,12 1-125,0-1 0,0-1 0,0 0 1,0-2-1,0-1 0,0-1 0,-1-1 0,24-7 0,-12 1-22,-1-2-1,0-2 1,-2 0-1,51-32 1,-25 7-77,79-68-1,38-53-4,-131 118 214,197-186 1217,-238 227-1097,0 0 0,-1 0-1,1 1 1,0-1 0,0 0 0,0 1-1,0-1 1,-1 1 0,1 0 0,0-1-1,0 1 1,0 0 0,0 0-1,4 1 1,-6 4-23,-1 0 0,1-1 0,-1 1 0,0 0 0,0-1 0,-1 1 0,1-1 0,-5 9 0,2-5-2,-41 106 444,-86 258-188,130-367-385,-1-1 1,1 1 0,0 0 0,0-1 0,0 1-1,1 0 1,0 0 0,0 0 0,0-1-1,0 1 1,1 0 0,0 0 0,0-1 0,0 1-1,0 0 1,3 4 0,-3-7 35,1 0 1,-1 0-1,1-1 1,-1 1-1,1-1 1,0 1-1,-1-1 1,1 0-1,0 1 1,0-1-1,0 0 1,0 0-1,0 0 1,3 0-1,0 1-19,1-1-1,0 0 1,-1-1-1,1 1 1,0-1 0,10-1-1,30-5-245,61-17 1,-15 3 50,-86 20 244,0-1 1,0 1 0,-1 0-1,1 0 1,0 0 0,0 1-1,0 0 1,0 0-1,0 1 1,-1-1 0,7 4-1,5 3-6,0 1-1,18 12 0,-23-13 18,0-1-1,0 0 0,1-1 1,26 9-1,-30-12-38,0-1 0,1-1 1,-1 0-1,1 0 0,-1-1 0,1 0 0,-1-1 1,0 0-1,1 0 0,-1-1 0,0-1 0,1 1 0,-1-1 1,-1-1-1,1 0 0,0 0 0,-1 0 0,0-1 1,0-1-1,0 1 0,-1-1 0,0 0 0,0-1 0,9-10 1,-2-2 251,-15 22-206,0-1-1,0 1 0,1-1 0,-1 1 0,1 0 1,0-1-1,-1 1 0,1-1 0,1 5 0,-1-4-69,0 0 0,1 1 0,0-1 0,0 1 0,0-1-1,0 0 1,0 0 0,1 1 0,-1-1 0,1 0 0,0 0 0,0-1 0,0 1-1,0 0 1,0-1 0,1 1 0,-1-1 0,1 0 0,4 4 0,-1-3-777,1 0 0,-1 0 0,1 0 0,-1 0 0,1-1 1,0 0-1,0-1 0,9 2 0,8 0-5235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15:11.1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195 188 8329,'-6'4'500,"1"0"0,-1 0 0,1 1 0,0 0 0,0 0 0,1 0 0,0 1 0,0-1 0,0 1 0,0 0 0,-2 7 1,-5 12 916,-12 41 0,14-38-691,-40 164 1291,31-113-1511,-7 61 256,24-135-634,4-7-110,1 1-1,-1-1 0,1 0 1,-1 0-1,0 0 1,1 0-1,-1-1 0,0 1 1,0-1-1,-1 0 0,5-4 1,-6 5-10,99-128 126,-41 71-472,2 2-1,3 3 1,134-86 0,236-95-6082,-341 191 2160,0 6-2377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15:11.8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872 1 9401,'-145'102'5904,"46"-24"-4457,3 5 0,5 5 0,-96 116 0,147-152-1324,2 3 0,3 0 0,2 3 0,-45 109 1,72-151-184,0 0 1,1 0-1,1 0 0,1 1 1,0 0-1,2 0 1,-1 0-1,2 0 1,1 16-1,0-26 5,0 0 0,0-1 0,0 0-1,1 1 1,0-1 0,0 0 0,0 0-1,1 0 1,0 0 0,0 0 0,0-1 0,1 1-1,0-1 1,0 0 0,0 0 0,1 0 0,0-1-1,0 0 1,0 0 0,0 0 0,1 0 0,-1-1-1,1 0 1,0 0 0,0 0 0,6 1-1,2-1-31,0 0 0,-1-1 0,1-1 0,0-1-1,0 0 1,0 0 0,0-1 0,0-1 0,-1 0-1,27-9 1,5-3-135,79-39 1,-3-12 33,106-67-78,-6-3 84,-12 8 162,-197 120 66,0 0 0,0 0-1,1 1 1,0 1 0,0 0-1,0 1 1,0 1 0,1 0-1,0 0 1,-1 1 0,19 0-1,-28 3-15,1 0 0,-1 0 0,1 0 0,-1 1 0,0-1 0,1 1-1,-1 0 1,0 0 0,0 1 0,-1-1 0,1 1 0,0 0 0,-1 0 0,1 0 0,-1 0-1,0 1 1,0-1 0,-1 1 0,1 0 0,-1-1 0,1 1 0,-1 0 0,2 7-1,4 10 86,0 1-1,-2 0 1,6 32-1,-8-31-57,1 0 0,1-1 0,1 1 0,2-1-1,0 0 1,22 37 0,-29-54-51,1 0 0,0 0 0,1-1 0,-1 1 0,1-1 1,-1 0-1,1 0 0,1 0 0,6 4 0,-10-7-5,1 0 1,0-1-1,0 1 1,0-1-1,0 0 1,0 1 0,0-1-1,0 0 1,-1 0-1,1 0 1,0 0-1,0 0 1,0-1-1,0 1 1,0-1 0,0 1-1,0-1 1,-1 1-1,1-1 1,0 0-1,0 0 1,-1 0-1,1 0 1,-1 0 0,1-1-1,-1 1 1,1 0-1,-1-1 1,0 1-1,2-3 1,-1 2-7,0-1 0,0 1-1,0-1 1,0 0 0,0 1 0,-1-1 0,1 0 0,-1 0 0,0 0-1,0-1 1,0 1 0,0 0 0,0 0 0,-1 0 0,0-1 0,1-4-1,-2 6-14,1 0 0,0 0 0,-1 0 0,1 0 0,-1 0 0,0 0 0,1 0 0,-1 0 0,0 1 0,0-1 0,0 0 0,-1 1 0,1-1 0,0 0 0,-1 1 0,1-1 0,0 1 0,-1 0 0,0 0 0,1-1 0,-1 1 0,0 0 0,0 0 0,1 1 0,-1-1 0,0 0 0,0 1 0,0-1 0,0 1 0,-3-1 0,-13 0-308,1 0 0,-1 2-1,1 0 1,-1 1 0,1 0-1,-20 6 1,3-1-585,-18 5-577,-8 3-1735,23-11-1996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15:12.3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0 280 10353,'18'31'3272,"-8"-14"-1963,0 0 0,10 27 0,40 145-95,-32-140-1312,-26-47 88,0-1 0,0 1-1,0-1 1,0 0-1,1 0 1,-1 0 0,0 0-1,0 0 1,1-1 0,-1 1-1,1-1 1,-1 1-1,1-1 1,-1 0 0,3 0-1,0 0 8,0-1 0,0 0 0,0 0 0,0 0 0,-1 0-1,1-1 1,0 0 0,-1 0 0,9-5 0,40-30 20,-11 6-30,-8 10-40,0 2 0,1 0 0,0 3 0,68-22 0,-92 37 17,-1 0 0,1 1 0,0 0 1,0 1-1,0 0 0,-1 1 0,1 0 1,0 1-1,-1 0 0,0 0 0,0 1 1,10 6-1,-15-7-69,0 0 0,0 0 0,-1 1 1,1 0-1,4 5 0,11 10-506,-14-14 440,0 0-36,-1 0 1,1-1-1,1 1 1,-1-1-1,0-1 1,1 1-1,0-1 1,0 0-1,0-1 1,0 1-1,0-1 0,1-1 1,-1 1-1,13 0 1,3-4 12,0 0 0,-1-2 1,1 0-1,-1-1 0,0-2 1,0 0-1,0-1 0,-1-1 0,30-18 1,17-15 281,84-67 1,4-17 845,66-48 1427,-208 165-2063,0 0 0,23-9 0,-36 18-269,2-1 0,-1 0 0,0 1 1,0-1-1,0 1 0,0 0 0,0 0 1,0 0-1,0 0 0,0 0 0,1 0 1,-1 1-1,0-1 0,0 1 0,0-1 0,0 1 1,0 0-1,0-1 0,0 1 0,-1 0 1,1 1-1,0-1 0,0 0 0,-1 0 0,1 1 1,-1-1-1,1 1 0,-1-1 0,1 1 1,-1 0-1,0 0 0,0-1 0,0 1 1,0 0-1,0 0 0,0 0 0,-1 0 0,1 0 1,-1 0-1,1 0 0,-1 0 0,0 4 1,2 11 1,-1 1 1,-1 0-1,0 0 1,-1-1-1,-1 1 1,-6 21-1,-36 102-1805,25-87 579,13-37-184,0-1 0,-1 1 0,-19 30 0,-5-3-4294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15:12.7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135 109 3296,'100'-25'1924,"-11"-12"584,-38 14-1039,-49 23-1387,-1-1 0,1 0 0,0 1 0,0-1 1,-1 0-1,1 0 0,-1 0 0,1 0 0,-1 0 0,1 0 0,-1 0 1,0 0-1,3-3 0,-5 4-52,1-1 1,0 1-1,0-1 1,0 1-1,-1 0 1,1-1-1,0 1 0,0 0 1,-1-1-1,1 1 1,0 0-1,-1-1 1,1 1-1,0 0 1,-1-1-1,1 1 0,0 0 1,-1 0-1,1 0 1,-1-1-1,1 1 1,-1 0-1,1 0 1,0 0-1,-1 0 1,1 0-1,-1 0 0,1 0 1,-1 0-1,1 0 1,-1 0-1,0 0 1,-8-1 118,0 1 1,0 0 0,0 0 0,-16 3-1,-5 4-13,1 1 0,0 2-1,-52 24 1,67-27-117,0 0 1,1 1-1,0 1 1,0 0-1,1 1 1,0 0-1,1 1 1,0 0-1,-14 20 1,23-29-37,0 1 0,0 0 0,0 0-1,0 0 1,1 0 0,0 1 0,-1-1 0,1 0 0,0 0 0,1 1 0,-1-1 0,1 1-1,-1-1 1,1 0 0,0 1 0,0-1 0,1 5 0,0-6 2,0 1-1,0-1 1,0 1-1,0-1 1,1 1 0,-1-1-1,1 0 1,-1 0 0,1 1-1,0-1 1,0 0-1,0-1 1,0 1 0,0 0-1,1-1 1,3 3-1,2 0-9,-1-1 0,1 0 0,0 0 0,-1-1 0,1 0 0,0-1 0,0 0-1,0 0 1,0 0 0,1-1 0,-1-1 0,11-1 0,2-3 16,0-1 0,-1-2 0,1 0 0,-2-1 1,30-18-1,23-10-11,-47 25 38,-17 7 47,0 1-1,1 0 1,0 1 0,-1-1 0,1 2 0,1 0 0,-1 0-1,0 0 1,16 0 0,18 2 638,86 9-1,102 29-204,-227-38-659,-2 1-8,10 1 45,1 1-427,-14-2 528,1-1 0,0 1-1,0-1 1,0 0 0,0 1 0,0-1-1,-1 1 1,1-1 0,0 1-1,-1-1 1,1 0 0,0 1 0,0-1-1,-1 0 1,1 1 0,-1-1-1,1 0 1,0 1 0,-1-1 0,1 0-1,-1 0 1,1 1 0,-1-1-1,1 0 1,0 0 0,-2 0 0,-29 20-2419,-33 29 0,55-42 1330,-18 14-2713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15:12.8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68 1 3564,'13'57'628,"-20"-30"-196,4 3-292,-17-12-552,-7 16-848,4-7 1152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15:13.3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93 4588,'38'-18'844,"72"-29"2348,-93 41-2650,0 0 1,1 1-1,-1 1 0,27-2 0,-42 6-467,1-1 1,-1 1-1,1 0 0,-1 0 1,1 1-1,-1-1 1,0 0-1,1 1 0,-1-1 1,0 1-1,1 0 0,-1 0 1,0 0-1,0 0 0,0 0 1,1 1-1,-1-1 1,-1 1-1,1-1 0,0 1 1,0-1-1,-1 1 0,1 0 1,0 0-1,-1 0 1,0 0-1,2 3 0,-3-3-54,1-1 0,-1 0 0,0 0 0,0 0 0,0 0 0,0 1 0,0-1 0,0 0 0,0 0 0,0 0-1,0 0 1,0 0 0,-1 1 0,1-1 0,0 0 0,-1 0 0,1 0 0,-2 2 0,0 2 41,-1 4 19,0-1 1,-1 1-1,-9 16 0,8-18-44,1 0 0,1 0 0,-1 0 0,1 1 0,1-1 0,-1 1-1,-1 10 1,-1 29 99,6-46-133,1 0 0,-1 0 0,1 0 0,-1-1 0,1 1 0,0-1-1,-1 1 1,1-1 0,0 1 0,0-1 0,2 0 0,-4 0-1,6 0 2,1 0 1,-1-1-1,0 1 1,0-1-1,0-1 1,0 1-1,0-1 1,0 0-1,0-1 1,0 1-1,0-1 1,-1 0-1,6-4 1,20-9 39,15-1 151,-23 8-68,40-11 1,-53 18-113,0 0 0,0 1 0,1 1 0,-1-1-1,0 2 1,0-1 0,13 4 0,96 24-69,-81-17 45,0-2 0,0-2 0,54 4 0,-56-10 1,-1-2 0,1-1 0,-1-2-1,40-10 1,-58 10 117,0-1-1,-1 0 1,0-2-1,0 0 1,0 0 0,-1-2-1,0 0 1,0 0-1,-1-2 1,18-16 0,-30 26-62,-1 0 0,1-1 0,-1 1 0,1-1 0,-1 1 1,0-1-1,1 0 0,-1 0 0,0 1 0,0-1 0,0 0 1,-1 0-1,1 0 0,0 0 0,-1 0 0,1 0 0,-1 0 1,1-3-1,-2 4-16,1 0 0,0-1-1,-1 1 1,1 0 0,-1 0 0,1 0 0,-1 1 0,0-1 0,1 0 0,-1 0 0,0 0-1,0 0 1,0 1 0,0-1 0,0 0 0,1 1 0,-1-1 0,0 0 0,0 1 0,0 0 0,-1-1-1,1 1 1,-2-1 0,-2 0 28,-1-1-1,0 2 0,1-1 1,-1 0-1,0 1 0,0 0 1,0 1-1,1-1 0,-1 1 1,-9 2-1,6 1-51,1 0-1,-1 1 1,1-1 0,0 1 0,0 1-1,1 0 1,-1 0 0,1 0 0,1 1-1,-1 0 1,1 0 0,0 1-1,1 0 1,0 0 0,0 0 0,-4 10-1,6-11-293,0 0 0,0 0-1,1 1 1,0 0 0,0-1-1,1 1 1,0 0 0,0 0 0,1 0-1,0 0 1,0 0 0,1-1-1,0 1 1,0 0 0,1 0-1,0 0 1,0-1 0,1 0 0,5 11-1,-7-15 111,1-1-1,0 1 1,-1-1 0,1 1-1,0-1 1,0 0-1,1 0 1,-1 0 0,0 0-1,1 0 1,-1 0-1,1-1 1,4 3 0,19 0-4226,4-7 1188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15:13.5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209 519 4444,'15'-15'1222,"-21"20"510,-28 24 2694,-28 18 78,55-41-4092,-1 0-1,1-1 1,-1 0-1,0 0 1,-16 6 0,15-8-42,0 2-1,0-1 1,1 1 0,-14 11 0,20-14 326,34-16-502,1 2 1,0 1-1,48-9 1,-10 3-279,518-184-3202,-418 136 1410,250-115-3692,-300 125 2858,69-28-2903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15:13.8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1 244 7913,'181'10'5721,"67"3"254,-85-15-4823,-87-1-1059,-1-4 0,117-25 1,-165 24-920,1-1 0,-1-1 0,49-26 0,-58 26-314,-1-2 1,0 0-1,0 0 0,-1-2 0,-1 0 1,18-22-1,7-14-5635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15:14.0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1287 1 8657,'-10'28'509,"4"-11"-5,1-1-1,1 1 0,0 0 0,1 0 1,-2 28-1,19 289 6010,1-84-4651,-13-209-1652,1-3 4,-3 1-1,0-1 1,-3 0 0,-11 57-1,9-72-138,-2 0-1,0-1 1,-2 0 0,0-1-1,-2 0 1,0 0-1,-1-1 1,-1 0-1,-30 34 1,24-34-97,-2-1 1,1-1-1,-2-1 1,-1 0-1,0-2 1,-1 0-1,0-2 1,-30 12-1,-25 5-757,-1-4-1,-107 22 1,-174 12-7202,159-33-1107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15:14.5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513 0 11629,'17'24'1592,"-27"1"-16,-7 20-136,-3-9-191,-4 6-201,-6 9-252,-3 7-172,-4 8-188,0 3 8,-3 4-112,-7 2-148,3-9-368,1 1-360,3-4-668,3-12-424,7-2-317,6 2-2663,7-15-3605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15:14.8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0 106 8813,'0'0'4960,"0"3"-3314,4 78 2426,11 43-2316,-8-78-1304,-4-16-249,2 0-1,1 0 1,1-1-1,13 31 0,-13-42-140,0 1-47,1 0 1,0 0-1,2-1 1,0 0 0,1-1-1,1 0 1,23 26-1,-27-35-112,1 0-1,-1-1 1,1 0-1,0 0 0,1-1 1,0 0-1,-1-1 0,2 0 1,-1-1-1,1 0 1,0 0-1,-1-1 0,1 0 1,1-1-1,-1-1 0,0 0 1,0 0-1,1-1 0,-1 0 1,0-1-1,1 0 1,-1-1-1,0 0 0,0-1 1,0 0-1,0-1 0,12-6 1,4-5-110,-1-2 0,-1 0 0,0-2 0,-1 0 0,37-41 0,94-126-445,-154 185 648,120-167-276,49-60-40,-121 177 150,-47 49 160,-7 25-507,2-16 282,-1 1 0,1-1 0,-1-1 0,0 1 0,-1-1 0,0 1-1,0-1 1,0-1 0,-9 9 0,-61 44-5697,33-28 230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15:15.2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1092 0 10817,'-56'46'3587,"-106"65"-1,22-17-1457,62-36-1551,4 3 0,2 4 0,-76 87 0,2 7-1645,-31 38-5795,151-163 2388,13-13-2570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15:15.6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447 168 9277,'-42'44'1568,"3"-4"444,2 1 0,1 3 1,-51 82-1,-41 129 121,111-215-1964,2 1 0,2 1 0,2 0 0,-9 62 0,19-97-155,1 1-1,0-1 1,0 0-1,0 0 1,1 1-1,0-1 1,0 0 0,1 0-1,2 7 1,-3-11-12,0-1 1,0 1-1,0-1 1,1 1 0,-1-1-1,1 0 1,0 0-1,-1 0 1,1 0 0,0 0-1,0 0 1,0 0-1,1-1 1,-1 1-1,0-1 1,1 1 0,-1-1-1,0 0 1,1 0-1,0 0 1,-1 0-1,1-1 1,-1 1 0,1-1-1,0 1 1,3-1-1,7 0 0,-1-1 0,1-1-1,0 0 1,0-1 0,-1 0-1,0-1 1,0 0-1,0-1 1,0 0 0,0-1-1,-1 0 1,0-1 0,-1 0-1,20-17 1,4-8-7,0-1 0,51-69 0,-51 57 1,-3-2 0,-1-2 0,23-51 1,52-165-75,-97 241-58,0 0 1,-2-1-1,-1 0 1,-1 0-1,-1 0 0,-1 0 1,-1-1-1,-1 1 1,-7-48-1,6 70 1,1 0 0,-1 0 1,0 0-1,0 1 0,0-1 1,0 0-1,0 1 0,-1-1 1,1 0-1,-1 1 0,0 0 0,0-1 1,1 1-1,-2 0 0,1 0 1,0 0-1,0 0 0,-1 1 1,1-1-1,-1 0 0,1 1 0,-1 0 1,0 0-1,1 0 0,-1 0 1,0 0-1,0 0 0,0 1 0,0-1 1,0 1-1,0 0 0,1 0 1,-1 0-1,0 0 0,0 0 1,-3 1-1,-2 1-452,0-1 0,1 1 0,0 1 0,-1-1 0,1 1 0,0 1 0,1-1 0,-1 1 0,0 0 0,1 0 0,0 1 0,-7 6 0,-7 19-4452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15:16.8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902 31 8909,'-10'-30'9686,"12"32"-9000,7 11-197,-5-8-357,-1 0 0,1 0 0,-1 1 0,0-1 0,0 1 0,-1 0-1,0-1 1,0 1 0,0 0 0,-1 1 0,1-1 0,-1 9 0,-1-1-81,0 1-1,-1-1 1,-1 0-1,0 1 1,-1-1-1,-1 0 1,0 0-1,-1-1 1,0 1-1,-1-1 1,-1 0-1,0-1 0,-1 0 1,-17 23-1,-11 6 99,-2-1-1,-69 56 0,69-63-36,-58 52 26,3 4-1,-149 188 0,241-276-137,-102 146 41,88-123-42,2 0-1,1 1 1,1 0-1,-11 39 1,-2 27-57,23-88 56,0 1 1,0-1-1,1 1 0,-1 0 1,1-1-1,0 1 1,0 0-1,0-1 0,0 1 1,1 0-1,-1-1 1,1 1-1,0 0 0,0-1 1,1 1-1,-1-1 1,1 0-1,-1 1 0,1-1 1,3 4-1,-3-5 1,0 0 0,0 0 0,0 0-1,1-1 1,-1 1 0,1-1 0,-1 1 0,1-1-1,0 0 1,0 1 0,-1-2 0,1 1 0,0 0-1,0 0 1,0-1 0,0 0 0,0 1 0,0-1-1,0 0 1,0-1 0,0 1 0,0 0 0,0-1-1,-1 0 1,5-1 0,17-6 10,0-2-1,-1-1 1,0 0-1,-1-2 1,-1 0-1,0-1 1,32-29-1,126-136-68,-169 168 67,84-96-36,-4-3 0,-5-5 0,-5-3 0,-5-3-1,88-197 1,-151 287-292,0-1 1,11-58-1,-23 57-176,-3 26 226,1 21 129,1-10 106,1 1 1,0-1-1,0 1 0,0-1 0,1 1 1,0-1-1,0 1 0,0-1 1,0 0-1,0 1 0,1-1 1,0 0-1,0 0 0,0 0 1,1 0-1,3 5 0,-2-4-9,1-1 0,0 1 1,0-1-1,1 0 0,-1 0 0,1 0 0,0-1 0,0 0 1,12 4-1,5 0-41,0-1 1,0-2-1,0 0 0,1-2 1,25 1-1,63-2-222,-14 2 18,-95-3 285,0 0-1,-1 0 1,1 0-1,0 0 1,0 1 0,-1-1-1,1 1 1,0 0-1,-1 0 1,1 0-1,0 0 1,-1 0 0,0 0-1,1 1 1,-1-1-1,0 1 1,1 0-1,-1 0 1,0 0 0,0 0-1,-1 0 1,1 0-1,0 0 1,-1 0-1,1 1 1,-1-1 0,0 1-1,0-1 1,0 1-1,1 3 1,-1 2 2,0 0 1,-1 0-1,0 0 0,-1 0 1,0-1-1,0 1 0,-4 13 1,2-9-31,-3 15 11,0 0 34,-5 48 0,11-63-18,0 0 0,0 0-1,2 0 1,-1 0-1,1 0 1,1 0 0,4 11-1,-5-18 9,-1 0-1,1-1 0,0 1 0,1-1 0,-1 1 1,1-1-1,0 0 0,0 0 0,0 0 0,0-1 1,1 1-1,-1-1 0,1 0 0,0 0 0,0 0 1,0 0-1,0-1 0,1 1 0,-1-1 0,1 0 1,-1-1-1,1 1 0,0-1 0,0 0 0,8 1 1,-4-1-1,0-1 1,1 0-1,-1 0 1,0-1-1,0-1 1,0 1-1,0-2 1,9-2-1,9-6 26,31-16-1,-35 15 1,0 2 0,30-10 0,-45 18-21,0 0 1,0 0-1,1 1 1,-1 0-1,0 0 0,1 1 1,-1 1-1,1-1 0,-1 1 1,15 4-1,-15-2-3,-1 0-1,1 0 1,-1 1 0,0 0-1,11 9 1,13 8 6,-28-19-15,13 7-9,0-1 1,27 10-1,-36-16 11,-1 0-1,1-1 0,0 0 0,1 0 1,-1 0-1,0-1 0,0 0 1,0-1-1,0 1 0,8-3 0,3-1-24,1-2 0,-1 0 0,-1-1 0,1-1 0,-1-1 0,-1 0 0,21-16 0,104-91 293,-83 64 8,-21 16 109,18-16 86,-52 49-406,1 0 0,0 1 0,0-1 0,0 1 0,1-1 0,-1 1 0,1 1 0,-1-1 0,1 0 0,0 1 0,7-1 0,-11 2-52,0 0 1,0 0-1,0 0 1,0 0-1,0 0 1,1 0-1,-1 0 0,0 1 1,0-1-1,0 0 1,0 1-1,0-1 1,0 1-1,-1-1 1,1 1-1,0-1 0,0 1 1,0 0-1,0-1 1,-1 1-1,1 0 1,0 0-1,1 1 0,-1 1 2,0-1-1,0 0 1,0 1-1,0-1 0,-1 1 1,1-1-1,-1 1 1,1-1-1,-1 6 0,0 3 5,-1-1-1,0 1 1,-1-1-1,-4 16 1,-8 14-179,-1 0 0,-2-2 0,-2 1 0,-25 38 0,-106 140-2434,127-186 2190,-12 13-87,24-32 273,1 1 1,0 0-1,1 0 1,0 1-1,-9 20 1,17-31-151,28-5-764,-8-2 744,0-2 0,-1 0 0,0-1 0,25-13 0,72-46-1217,-95 54 1401,33-20-447,95-80-1,-118 85 640,-1 0-1,-2-2 1,-1-1 0,27-42-1,176-332 2192,-222 389-2028,1 0 1,1 1 0,0-1-1,1 2 1,1-1-1,13-12 1,-23 26-140,0 0 0,0 0 0,0 0 0,0 0 0,-1 0 0,1 1 0,0-1 0,0 0 0,0 0 0,0 1 0,0-1 0,-1 1 0,1-1 0,0 1 0,0-1-1,0 1 1,-1-1 0,1 1 0,0 0 0,-1-1 0,1 1 0,-1 0 0,2 1 0,-1-1 16,4 4 4,-3-3-17,0 0-1,0 0 1,0 0 0,0 0-1,0 0 1,0 1-1,-1-1 1,1 1-1,0 2 1,0 1 27,0 1 1,-1-1 0,0 1-1,0 0 1,0-1-1,-1 13 1,-1 39 563,-15 115 1,8-124-452,-3-1 0,-1 0 1,-2-1-1,-3 0 1,-1-1-1,-3-1 0,-1-1 1,-2-1-1,-3-1 0,-1-1 1,-1-1-1,-3-2 1,-1-1-1,-1-2 0,-2-1 1,-43 30-1,27-29-843,-74 36 0,6-12-5837,100-49 1038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15:17.0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205 73 6493,'7'-33'1360,"9"24"-216,-6-6-164,4 0 1056,-41 21-2796,-33 0-332,-14 3-1940,-16 3-1113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15:17.3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43 12445,'2'-2'1966,"11"-4"-839,-1 0 0,1 1 0,0 1 0,16-4 0,-7 4 32,44-3 1,116 13-368,-134-3-217,1107 132 1348,-592-59-1674,1859 161-2325,-1159-171-2234,-759-57 1339,-114-10-2258,-37-9-3105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15:18.6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1873 1 7841,'0'0'4331,"-4"2"-3005,-43 26-46,2 2 0,1 2 0,-49 46 0,25-21-588,-481 445 1746,480-433-2299,-378 404 161,265-254-1956,-51 59-4752,183-220 2077,8 0-2477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15:19.1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1 263 8633,'3'-7'294,"-1"2"1,2-1-1,-1 0 1,1 1 0,-1-1-1,2 1 1,-1 0-1,0 0 1,1 1-1,0-1 1,0 1-1,7-4 1,-1 2 248,1 0 1,-1 1-1,1 0 1,0 1-1,19-4 1,8 0 314,-1 2 1,78-2-1,80 13-29,-159-4-688,597-8-501,-559 2-141,94-20 1,-131 17 247,-1-2 0,0-1-1,0-2 1,45-23 0,-42 11-164,-38 23 320,-8 3 48,-11 2 100,-1 0 1,1 2-1,0 0 0,0 0 1,1 2-1,0 0 0,0 1 1,0 1-1,-23 17 0,-18 18 233,-56 54 0,49-41-155,-287 291 292,69-61-42,50-59-333,246-217-138,-12-10 85,-1 1 0,1-1-1,0-1 1,0 1 0,0 0-1,0 0 1,0-1 0,0 1-1,0-1 1,0 0 0,0 1-1,0-1 1,0 0 0,1 0-1,-1 0 1,0-1 0,0 1 0,0 0-1,0-1 1,4-1 0,6-1-16,259-41-491,-53 16 314,-55 8 68,-159 19 221,-9 2-80,0-1 0,0 1 1,0 0-1,0 0 0,0 1 0,-6 2 0,-12 3 10,-80 14-218,-89 19-5204,170-32 1879,8 3-1558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15:19.2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 0 3172,'0'0'240,"-20"0"-1972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15:20.5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88 7913,'0'33'1807,"0"-27"2270,1-9-2924,14-24 3767,-14 31-4262,6 16-93,1-1 0,14 26-1,-11-25-265,-2 1 0,10 28-1,9 79 278,-20-84-361,26 81 1,-32-119-212,0-1 0,1 0 0,0 0 0,0 0 0,0 0 0,0-1 0,1 1 0,0-1 1,0 0-1,0 0 0,1 0 0,-1-1 0,1 1 0,0-1 0,0 0 0,0-1 0,0 1 0,0-1 0,8 2 0,0 0-37,0-1-1,0-1 0,1 0 0,-1-1 0,0-1 0,0 0 0,20-2 1,9-4-213,56-17 0,-44 10 8,405-124-2084,358-215-8225,-791 340 9977,219-106-6213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15:20.8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 73 12117,'-20'69'1584,"6"-57"-320,28 6-272,2-3-455,8-5 151,13 2-104,-1-6-116,21-3-100,20-6-88,218-28-584,-184 10-628,-4-6-557,10-15-711,10-6-1828,14 3-2917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15:22.6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1 201 4460,'0'0'96,"-1"1"0,1-1-1,0 0 1,0 1 0,0-1-1,0 0 1,0 1 0,0-1-1,0 0 1,0 1 0,0-1-1,0 0 1,0 1 0,1-1-1,-1 0 1,0 0-1,0 1 1,0-1 0,0 0-1,0 1 1,1-1 0,-1 0-1,0 0 1,0 1 0,0-1-1,1 0 1,-1 0 0,0 0-1,0 1 1,1-1 0,-1 0-1,0 0 1,0 0 0,1 0-1,-1 0 1,0 1-1,1-1 1,-1 0 0,0 0-1,0 0 1,1 0 0,-1 0-1,0 0 1,1 0 0,0 0-1,24-3 922,25-16 2077,-49 19-3094,0 0 1,-1 0 0,1-1 0,-1 1 0,1 0-1,-1 0 1,1-1 0,-1 1 0,1 0 0,-1-1-1,1 1 1,-1 0 0,1-1 0,-1 1 0,1-1 0,-1 1-1,0-1 1,1 1 0,-1-1 0,0 1 0,1-2-1,-1 1 4,1 1-1,-1-1 0,0 0 1,1 0-1,-1 1 0,1-1 1,0 0-1,-1 1 0,1-1 0,-1 1 1,1-1-1,0 1 0,-1-1 1,1 1-1,0-1 0,0 1 1,0-1-1,-1 1 0,1 0 1,0 0-1,0-1 0,0 1 1,1 0-1,43 0 12,292 9-223,-155-6-391,-70-2 115,-2-2 139,150-18 0,106-40 66,-229 36 253,169-6 0,-127 22 99,-123 3 9,83-3-102,-45 9 95,131 20 0,-201-20-67,0-1-1,0-1 1,0-1 0,26-5 0,-8 1 39,-12 3-261,0 0 0,40 3 0,-4 4 13,0-4 0,0-3-1,0-2 1,109-22 0,-146 20 217,1 1 1,0 1 0,1 2 0,-1 1 0,0 1 0,55 9 0,-35 9-79,-24-8 80,-25-9-27,0-1-1,0 1 1,0-1-1,0 1 1,0-1 0,0 1-1,0-1 1,0 1-1,0 0 1,0 0-1,0 0 1,0-1 0,1 3-1,-2-2 102,0-1-1,1 1 1,-1-1-1,1 1 1,-1-1-1,1 1 1,-1-1-1,1 1 1,-1-1-1,1 1 1,-1-1-1,1 0 1,0 1-1,-1-1 1,1 0-1,-1 0 1,1 1 0,0-1-1,-1 0 1,1 0-1,0 0 1,-1 0-1,1 0 1,0 0-1,1 0 1,31-5-14,-29 4 245,-2 1-322,26-5 27,-25 4 110,21-4-139,-13 5 10,1 0 0,22 4-1,-28-3-43,-2-1-49,32 3-939,-35-2 1012,0 0 0,0 0 1,0 0-1,0 0 0,1-1 0,-1 1 0,0 0 0,0-1 1,0 1-1,0-1 0,1 0 0,-1 1 0,0-1 1,3 0-1,6 4-1110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16:05.8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55 12693,'33'-15'4541,"-33"71"-901,0-112-2464,23 50-1124,18-9-4360,-25 6-981,1 0-4232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16:07.1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286 51 3440,'0'0'6152,"-1"-3"-5882,1 2-236,0-1 0,-1 0 0,0 1 0,1-1 0,-1 1 1,0-1-1,0 1 0,0-1 0,0 1 0,0-1 0,0 1 0,0 0 1,0 0-1,-1-1 0,1 1 0,0 0 0,-1 0 0,1 0 1,-1 1-1,-1-2 0,-37-8 518,37 9-548,-18-2 200,0 0 0,0 1 0,-33 1 0,48 2-70,0-1-1,0 1 0,0 0 0,1 0 0,-1 1 0,0 0 1,0 0-1,1 0 0,-1 1 0,1-1 0,0 1 0,0 1 1,0-1-1,0 1 0,1 0 0,-8 7 0,12-10-76,-1 0 0,1 0 0,0 0 0,-1 0-1,1 0 1,0 0 0,0 0 0,0 0 0,0 0-1,0 0 1,0 0 0,0 0 0,0 0 0,1 0-1,-1 0 1,0 0 0,1 2 0,0 0 122,0 1-69,0 0 1,0 0-1,0 0 0,0 0 1,1 0-1,-1 0 0,1 0 1,0 0-1,0-1 1,1 1-1,-1-1 0,1 1 1,0-1-1,-1 0 1,6 4-1,6 4 156,0-1 0,22 13 0,-19-12-61,65 37 308,133 57 0,97 19-236,391 91-99,19-69 338,-548-122-293,-169-23-423,-49-2-4783,17 2 1662,5-1-359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16:07.3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1052 35 6917,'6'-13'1840,"-5"11"-43,-1 1-1680,0 0 0,1 0 0,-1 0 0,0 0 0,1 0 0,-1 0 0,1 0 0,-1 1-1,1-1 1,-1 0 0,1 0 0,0 0 0,-1 1 0,1-1 0,0 0 0,0 1 0,-1-1 0,1 1-1,0-1 1,0 1 0,0-1 0,0 1 0,0-1 0,0 1 0,0 0 0,0-1 0,0 1 0,0 0 0,0 0-1,0 0 1,0 0 0,0 0 0,0 0 0,0 0 0,0 0 0,0 0 0,0 1 0,0-1 0,0 0-1,-1 1 1,1-1 0,0 0 0,2 2 0,3 3 111,0 0 1,0 1-1,0 0 0,-1 0 0,8 10 1,28 54 862,-39-67-1056,37 70 635,-3 1-1,32 101 1,-42-91-348,-4 1-1,16 132 1,-33-168-262,-2 0-1,-3 0 1,-1 1 0,-3-1 0,-2-1-1,-13 54 1,2-42-8,-2-1 1,-3-1-1,-2 0 1,-54 90-1,30-73 16,-3-1 0,-99 110 1,-154 109-987,-17-32-2188,73-75-4090,144-99-653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16:08.5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1525 10337,'98'-49'7044,"20"-8"-4540,-104 51-2357,47-19 685,97-56-1,-68 27-532,-2-4-1,-3-3 1,-2-5 0,-4-2-1,89-100 1,-136 134-281,153-174 76,-45 24-52,-110 140-32,-2-2-1,30-64 1,-53 98-3,0 0-1,-1 0 1,0 0 0,-1 0-1,0-1 1,1-21 0,-4 30-5,0 1 0,0-1 1,0 1-1,0-1 0,-1 1 1,1 0-1,-1-1 0,0 1 1,0 0-1,-1-1 0,1 1 1,-1 0-1,1 0 0,-1 0 1,0 0-1,0 0 0,0 1 1,-1-1-1,1 1 0,0-1 1,-1 1-1,0 0 0,0 0 1,0 0-1,1 0 0,-2 0 1,1 1-1,-6-3 0,-5 0 21,0 1-1,-1 0 1,1 0-1,-1 2 1,1 0-1,-1 0 1,1 2-1,-18 1 1,-2 3 98,0 1 1,-47 15-1,36-5 77,1 2-1,0 2 1,2 1-1,0 3 1,-54 40 0,40-22-6,3 3 0,1 2 0,-48 59 0,48-44-100,2 3 0,4 1 0,3 3 0,2 1 0,4 3 0,3 0 0,3 2 0,-22 86 0,36-91-84,4 1 0,2 1-1,-1 97 1,18 217-697,-5-367 628,16 214-522,2 34-139,-18-227 612,-5 177-397,5-217 503,-1 1 1,0-1 0,0 1-1,0-1 1,0 0 0,0 1-1,1-1 1,-1 1 0,0-1-1,0 1 1,1-1 0,-1 0-1,0 1 1,0-1 0,1 0-1,-1 1 1,1-1 0,-1 0-1,0 1 1,1-1 0,-1 0 0,1 0-1,-1 1 1,0-1 0,1 0-1,-1 0 1,1 0 0,-1 0-1,1 0 1,-1 1 0,1-1-1,-1 0 1,1 0 0,-1 0-1,1 0 1,-1-1 0,1 1-1,0 0 1,0 0-7,2 0 6,-1 0 1,1 0 0,-1 0-1,1 0 1,0-1 0,-1 1-1,1-1 1,-1 1 0,1-1-1,-1 0 1,3-2-1,40-26-133,361-234-339,-262 183 1044,3 5 1,235-82 0,-356 148-202,0 2 1,1 1-1,35-4 1,-53 9-221,0 1 0,0 0 1,1 1-1,-1 0 0,-1 0 1,10 3-1,-13-3-57,-1 1-1,0-1 1,0 1 0,0 0 0,0 0 0,0 0-1,-1 1 1,1-1 0,0 1 0,-1 0 0,0 0-1,0 0 1,3 5 0,-3-4-26,-1-1-1,-1 1 1,1 0-1,0 1 1,-1-1 0,0 0-1,0 0 1,0 1-1,0-1 1,-1 0 0,0 1-1,0-1 1,0 1-1,0-1 1,-1 0 0,1 1-1,-1-1 1,0 0-1,-1 0 1,1 1 0,-3 4-1,-6 12 113,0 0 1,-25 36-1,21-34-73,-39 57-20,32-52-586,2 1 1,2 0-1,0 1 0,2 1 0,-15 44 0,28-67 157,0 0-1,1 0 1,0 0-1,0 0 1,1 0-1,0 0 1,0 0 0,1 0-1,0 0 1,0-1-1,4 11 1,-4-13-233,1-1 0,0 1 1,0-1-1,0 1 0,1-1 0,0 0 1,0 0-1,0 0 0,0 0 0,0 0 1,1-1-1,0 0 0,0 1 1,0-1-1,0-1 0,0 1 0,0-1 1,1 1-1,4 1 0,39 11-8964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16:08.6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111 85 11813,'-43'-33'2032,"26"18"-232,0 0 917,7 3-1833,-3 3 832,6 30-1596,4 0-504,3 3-776,6 22-812,4-7-3241,-3 3-4156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16:09.3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973 1 10553,'-32'4'549,"8"-2"173,1 2-1,0 0 1,-35 12 0,27-4 385,-1 0 0,2 2 0,-40 24 0,58-30-947,0 0 0,1 1 0,0 0 0,0 1 0,1 0 0,1 1 0,0 0 0,0 1 0,1 0 0,-8 13 0,14-21-135,0 0 1,1-1 0,-1 1 0,0 0-1,1 0 1,0 0 0,0 0 0,0 0-1,1 0 1,-1 0 0,1 0 0,0 0-1,0 0 1,0 0 0,1 0 0,-1 0-1,1 0 1,0 0 0,0 0 0,3 5-1,-3-6-12,1 0-1,0-1 0,0 1 0,1-1 0,-1 1 1,0-1-1,1 0 0,0 0 0,-1 0 0,1 0 1,0-1-1,0 1 0,0-1 0,0 1 0,0-1 0,0 0 1,1 0-1,-1-1 0,0 1 0,0-1 0,1 1 1,-1-1-1,5-1 0,17 0 41,-1-3 0,1 0 0,-1-1 0,0-1 0,-1-1 0,0-2 0,23-10 0,4-1 65,-30 11-63,-5 3 0,1 0 0,-1 0 0,32-5 0,-45 10-51,0 1 1,0-1 0,0 1 0,0 0 0,1 0 0,-1-1-1,0 2 1,0-1 0,1 0 0,-1 0 0,0 1-1,0-1 1,0 1 0,0 0 0,1-1 0,-1 1 0,0 0-1,0 0 1,-1 0 0,1 1 0,0-1 0,0 0-1,0 1 1,-1-1 0,1 1 0,-1 0 0,1 0-1,-1-1 1,0 1 0,0 0 0,0 0 0,0 0 0,0 0-1,0 0 1,1 4 0,0 7 11,-1-1-1,0 1 1,-1-1 0,0 1 0,-1 0-1,-1-1 1,0 1 0,0-1-1,-1 0 1,-1 0 0,0 0 0,-1 0-1,-6 12 1,-13 22 64,-53 77 1,76-122-81,-548 687 265,251-342-218,293-340-48,-5 5 12,0 1 0,0 0 0,-11 21 0,21-31-14,-1-1 0,0 1 1,1 0-1,0-1 0,-1 1 0,1 0 0,0 0 0,0-1 0,0 1 1,0 0-1,0 0 0,0 2 0,0-4-4,1 1 1,-1 0-1,0-1 1,0 1-1,0-1 1,0 1-1,1 0 0,-1-1 1,0 1-1,1-1 1,-1 1-1,0-1 1,1 1-1,-1-1 0,1 1 1,-1-1-1,0 1 1,1-1-1,-1 0 0,1 1 1,-1-1-1,1 0 1,0 1-1,-1-1 1,1 0-1,-1 0 0,1 0 1,0 1-1,-1-1 1,1 0-1,-1 0 1,1 0-1,1 0 0,9-3-78,1-1-1,-1 0 0,0 0 0,0-2 1,0 1-1,14-11 0,-22 15 64,70-46-749,87-71-1,56-68-33,-214 184 799,556-534-732,-132 120 2256,-111 103 692,-311 309-2104,0 0 0,0 1 0,1-1 0,-1 1 0,1-1 0,0 1 0,7-3 0,-12 6-100,0 0 1,0 0-1,0 0 1,0 0-1,0 0 0,0 0 1,1 0-1,-1 0 1,0 0-1,0 0 0,0 0 1,0 0-1,0 0 1,1 0-1,-1 0 1,0 0-1,0 0 0,0 0 1,0 0-1,0 0 1,1 0-1,-1 0 1,0 0-1,0 0 0,0 0 1,0 0-1,0 0 1,0 0-1,1 0 1,-1 0-1,0 1 0,0-1 1,0 0-1,0 0 1,0 0-1,0 0 1,0 0-1,0 0 0,0 0 1,0 1-1,0-1 1,1 0-1,-1 0 1,0 0-1,0 0 0,0 1 1,2 4 33,1 0 1,-1 1-1,0 0 1,0-1-1,-1 1 1,1 0-1,-1 0 1,-1 0-1,1 0 1,-1 0-1,0 0 1,0 0-1,-3 11 1,-2 12 80,-15 46 0,6-27 23,0 12-151,2 1 0,-4 84 1,14-113-136,2 1 0,2 0 0,1 0 0,1-1 0,1 0 0,13 38-1,-17-65 81,1 0-1,0 1 0,0-1 0,0 0 1,1 0-1,0-1 0,0 1 0,0-1 0,0 1 1,1-1-1,-1 0 0,1 0 0,0 0 1,1-1-1,-1 0 0,1 1 0,-1-1 0,10 4 1,-5-4-28,1-1 0,-1 1 0,1-1 1,0-1-1,0 0 0,0 0 1,0-1-1,0-1 0,14-1 0,71-11-207,-59 7 472,1 1 0,0 2-1,73 3 1,-42 10 28,0 4 0,67 22 0,-59-14-146,87 12 0,-112-26-221,0-2 0,1-3 0,-1-2 0,55-6 0,-85 2-334,1-1-1,-1-1 1,-1 0 0,1-2 0,22-10-1,-29 10-558,1-1 0,-2 0-1,1-1 1,-1-1 0,0 0 0,-1-1 0,19-20-1,-3-5-6302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16:09.7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415 33 12637,'-6'-30'4943,"5"27"-2842,-1 5-373,-6 6-1097,1 0 0,0 1 0,0 0 0,1 0 0,0 0 0,1 1-1,0 0 1,-5 13 0,-123 233 3139,-4 10-2475,122-231-1395,2 1-1,1 0 0,2 1 1,1 0-1,-6 68 0,15-90-102,-1 0-1,2 0 0,0 1 1,1-1-1,1 0 1,0 0-1,1 0 0,0 0 1,1-1-1,1 0 0,1 0 1,7 13-1,-9-19 37,1 0 0,-1 0 0,1 0 0,1-1 0,0 0 0,0-1 0,0 1-1,0-2 1,1 1 0,0-1 0,1 0 0,-1 0 0,1-1 0,-1 0 0,1-1 0,1 0 0,-1 0 0,0-1 0,1 0-1,11 1 1,6-3-99,-1-1-1,1-1 1,-1-1 0,1-1-1,-1-1 1,42-15-1,147-69-675,-61 9 516,186-130 1,-186 111 370,-69 44 134,240-137 555,-321 191-622,0-1 0,0 1 0,0 0 0,0 0-1,0 0 1,0 0 0,0 1 0,0-1 0,0 1 0,0 0 0,0 1 0,8 0 0,-10 0-91,0-1-1,0 1 1,1-1 0,-1 1 0,0 0 0,0 0 0,0 0 0,0 0 0,0 1 0,0-1 0,0 0 0,-1 1 0,1-1 0,0 1-1,-1 0 1,1-1 0,-1 1 0,0 0 0,1 0 0,-1 0 0,0 0 0,1 2 0,4 17-2479,2-1-1,1 0 1,0-1 0,13 20 0,0-10-2395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16:09.9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119 694 6857,'23'-52'532,"83"-176"3480,-77 166-1584,-3-2 0,-3 0 0,24-106 0,-31 116 149,-5 75-224,-7-4-2020,-1 1-1,-1-1 1,0 1-1,-1-1 1,-1 1 0,-3 19-1,-19 113 967,17-120-1086,-143 605 1760,9-52-4400,108-431 818,-16 90-1782,39-186-262,3 1 0,1 72 1,12-37-6835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16:10.1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744 46 11601,'-10'-40'4180,"12"40"-3925,0-1 0,-1 0-1,1 0 1,0 0 0,0 1-1,0-1 1,-1 1 0,1 0-1,0-1 1,0 1 0,0 0-1,0 0 1,0 0 0,0 0-1,-1 1 1,4-1 0,-1 4-106,0-1 1,-1 1-1,1 0 0,-1 0 1,0 0-1,0 1 1,0-1-1,0 1 1,-1-1-1,3 7 1,1 0 75,5 11-5,0 0-1,-1 1 1,-2 0-1,0 1 1,-1-1-1,-2 1 1,0 1-1,-2-1 1,0 1-1,-2 39 1,-3-46-178,0 0 1,-1 0-1,0-1 0,-2 1 0,0-1 1,-1 0-1,-1 0 0,0-1 1,-1 0-1,-1 0 0,-1-1 0,0 0 1,-1-1-1,0 0 0,-18 17 1,-8 2-206,-1-1 0,-2-2 1,-82 48-1,37-34-1738,-99 36 0,167-73 1531,-142 63-7705,87-25-1115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16:11.4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1742 2236 12949,'6'-221'3648,"-3"171"-2599,-2-1 1,-3 0-1,-1 1 1,-3 0-1,-2 0 0,-3 0 1,-30-90-1,34 123-822,-1 0 0,0 0-1,-1 0 1,-1 1 0,0 1-1,-1 0 1,-1 0 0,0 1-1,-15-13 1,20 21-137,-1 0 0,1 1 1,-1-1-1,0 2 0,-1-1 0,1 1 0,-1 0 0,0 1 0,0 0 1,0 1-1,0-1 0,0 2 0,-1-1 0,1 1 0,0 1 0,-1 0 1,1 0-1,-1 1 0,-16 3 0,4 2 30,1 0 0,0 2 0,0 1 0,0 0 0,1 2 0,-37 25 0,-104 94 385,61-36-193,-146 176 1,-51 135 36,211-272-491,7 3 0,-70 163 0,132-260-111,2 1 0,-16 67 0,27-90 75,1 0 1,1 0 0,1 0-1,1 0 1,0 1-1,1-1 1,0 0 0,2 0-1,4 19 1,-5-30 86,0-1 0,0 1 1,1 0-1,-1 0 0,1-1 0,1 0 0,-1 1 1,1-1-1,-1 0 0,2-1 0,-1 1 0,0-1 1,1 0-1,0 0 0,0 0 0,0-1 0,0 1 1,1-1-1,-1-1 0,1 1 0,0-1 0,11 4 1,-6-4 1,-1-1 1,0 0 0,1 0 0,-1 0-1,0-2 1,1 1 0,-1-1 0,0-1-1,1 0 1,-1 0 0,0-1 0,0 0 0,10-6-1,12-7-64,-1-1 0,-1-2 0,0-1 0,48-43 0,97-115-196,-43 22 155,141-216 0,73-202 81,-62-3 197,-38-15 1014,-149 313 101,49-115 678,-121 348-1385,-25 45-476,0 0 0,1 1 0,-1-1 0,0 1 0,0-1 0,0 0 0,1 1 0,-1-1-1,0 1 1,0-1 0,1 1 0,-1-1 0,1 1 0,-1-1 0,0 1 0,1-1 0,-1 1 0,1 0 0,-1-1-1,1 1 1,-1 0 0,1-1 0,0 1 0,-1 0 0,1 0 0,-1-1 0,1 1 0,0 0 0,-1 0 0,1 0 0,-1 0-1,1 0 1,0 0 0,0 0 0,10 23 347,-7-9-275,-1-1 0,0 1 0,-1 0 0,0 0 0,-1 0 0,-2 27 0,-17 90 214,12-96-231,-168 899 676,87-489-1087,48-219-1645,-14 314 1,50-484 1150,3-1 1,3 0-1,9 55 0,-9-89 372,2-1 0,0-1 0,1 1 0,0-1 0,2 0 0,0-1-1,2 1 1,0-2 0,0 1 0,2-1 0,19 21 0,-26-32 296,2 0 1,-1 0 0,0-1 0,1 0 0,0 0 0,0-1-1,0 0 1,1 0 0,0-1 0,-1 1 0,1-2 0,0 1 0,0-1-1,1-1 1,-1 1 0,0-1 0,1-1 0,-1 1 0,0-2-1,1 1 1,-1-1 0,0 0 0,1-1 0,-1 0 0,0 0-1,9-4 1,6-4 6,-1-1 0,1 0 1,-2-2-1,0-1 0,0 0 0,-1-2 0,26-26 0,4-8 962,-1-2 0,81-117 0,-105 131-1,-2-1-1,-2-1 1,-1-1 0,-2 0-1,22-81 1,-34 94-356,-1 1 1,-1-1-1,-2 0 1,0 0 0,-4-39-1,0 48-172,-1 0 0,0 0-1,-1 1 1,-1-1 0,-1 1 0,0 0-1,-2 1 1,-16-30 0,18 38-190,0 0 0,0 1 0,-1 0 1,0 1-1,0-1 0,-1 1 0,0 1 0,0-1 0,-1 2 0,1-1 1,-17-7-1,20 11-196,0 0 0,0 0 0,-1 1 0,1 0 0,0-1 0,-1 2 1,1-1-1,-1 1 0,1 0 0,-1 0 0,1 0 0,-1 1 0,1 0 0,-1 0 0,1 0 1,0 1-1,0 0 0,-1 0 0,1 0 0,1 0 0,-1 1 0,0 0 0,-6 5 0,6-4-540,0-1 0,0 1 0,1 0 0,-1 0 0,1 1-1,0-1 1,1 1 0,-1 0 0,1 0 0,0 0-1,0 0 1,0 1 0,1-1 0,0 1 0,0 0 0,-2 8-1,8 28-7931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16:12.3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278 964 13905,'-4'-11'1019,"-6"-19"273,7 5 5328,-13 37-3823,-7 18-2038,2 0 0,1 1 0,2 1 1,-17 40-1,10-16-591,3 1 0,2 0 1,3 2-1,3 1 0,-11 92 1,22-132-341,2 0 1,1 1-1,0-1 1,2 1-1,0-1 0,1 0 1,2 0-1,-1 0 1,2-1-1,1 1 1,11 22-1,-12-31-23,0 1 1,0-1-1,2 0 0,-1-1 1,1 0-1,1 0 0,0-1 0,0 0 1,1 0-1,0-1 0,0-1 0,1 1 1,0-2-1,0 1 0,1-2 0,0 1 1,0-2-1,23 7 0,-18-8-24,1 0 1,0-1-1,0-1 0,1-1 0,-1-1 0,0 0 0,32-7 0,-25 2-1,1-2 0,-2 0-1,1-2 1,42-23 0,-25 7 48,-1-2 0,-1-1 0,-2-2 1,-1-2-1,43-51 0,-2-5 37,-4-4-1,-4-3 1,60-110-1,-10-15 787,-8-5 1,103-306-1,-203 498-498,-4 11 110,0-1-1,-1-1 1,-1 1 0,3-34-1,-12 40 411,3 17-657,0 1 0,0 0 0,0-1 0,0 1-1,0 0 1,0 0 0,-1-1 0,1 1 0,0 0 0,0 0 0,0-1 0,0 1 0,0 0 0,-1 0 0,1-1-1,0 1 1,0 0 0,-1 0 0,1 0 0,0-1 0,0 1 0,-1 0 0,1 0 0,0 0 0,0 0 0,-1 0 0,1 0-1,0 0 1,-1-1 0,1 1 0,0 0 0,0 0 0,-1 0 0,1 0 0,0 0 0,-1 0 0,1 0 0,0 1-1,-1-1 1,1 0 0,0 0 0,0 0 0,-1 0 0,1 0 0,0 0 0,0 0 0,-1 1 0,1-1 0,0 0 0,0 0-1,-1 0 1,1 1 0,0-1 0,0 0 0,-1 1 0,-4 6 140,0 1-1,1 0 1,0 0-1,0 0 1,1 1-1,-4 9 1,-1 6 52,-183 513 1579,164-442-2119,5 1 1,4 1-1,-10 176 0,27-58-1256,3-173 846,2 0 0,2 0 1,12 45-1,-16-80 580,0 0 1,0 0 0,1 0 0,0 0-1,0 0 1,0-1 0,1 0 0,0 1-1,1-1 1,-1 0 0,1-1 0,0 1-1,0-1 1,1 0 0,8 6-1,-11-10 96,0 1-1,0-1 1,0 0-1,0 0 1,0 0-1,0-1 1,1 1-1,-1-1 0,0 0 1,0 1-1,0-1 1,1-1-1,-1 1 1,6-2-1,42-13-238,-43 12 200,19-9 32,-1-1-1,0-1 1,-1-1-1,-1-1 1,38-34-1,-33 26 632,0 2-1,54-31 0,-72 48-287,-1 0 1,1 1-1,0 0 1,0 1-1,1 0 1,-1 0-1,1 1 1,-1 1-1,1 0 0,0 1 1,-1 0-1,20 2 1,-26-1-131,0 1 0,0-1 0,0 1 1,0 0-1,0 0 0,0 1 0,-1-1 1,1 1-1,-1 0 0,0 0 0,6 6 0,36 43 717,-39-44-667,4 7-77,1-1 1,0 0-1,1 0 1,18 13-1,-26-23-217,1-1-1,-1 0 0,0 0 0,1 0 0,0-1 0,-1 0 0,1 0 0,0 0 0,0-1 0,0 0 0,0 0 0,0 0 0,1-1 0,-1 0 0,0 0 1,9-2-1,71-14-1094,-55 9 544,1 1-1,58-2 1,-29 8 24,-8 1-152,53-5-1,-102 3 699,1 1-1,-1-1 1,1 1-1,-1-1 0,0-1 1,0 1-1,0-1 1,0 1-1,0-1 1,0 0-1,0 0 1,0-1-1,-1 1 1,1-1-1,-1 0 1,0 0-1,0 0 1,0 0-1,0-1 1,2-3-1,-2 2-98,-1 0 0,-1 0 0,1 0 0,-1 0 0,0 0-1,0 0 1,0-1 0,-1 1 0,1 0 0,-1 0 0,-1-1 0,1 1 0,-1 0 0,0 0 0,0 0-1,-3-9 1,1 6-69,-1-1 0,0 1 0,-1 0 0,1 0 0,-2 1 0,1-1 0,-1 1 0,0 0 0,0 1 0,-1-1 0,-7-5 0,12 10 204,-36-1 586,37 4-503,0 0-1,0 0 1,0 0-1,0 0 1,0 0-1,1 0 1,-1 0-1,0 0 1,1 1 0,-1-1-1,0 0 1,1 0-1,0 1 1,-1-1-1,1 0 1,0 0-1,-1 1 1,1-1 0,0 0-1,0 1 1,0 1-1,2 11 54,0-1-1,1 0 1,0 1-1,1-1 1,1-1-1,0 1 1,1-1-1,13 23 1,7-4 440,-25-30-362,3-1-4,32 0 346,-35 0-472,0 0 1,0 0-1,-1 0 1,1-1-1,0 1 1,0 0-1,0-1 1,-1 1-1,1-1 1,0 1-1,0-1 1,-1 1-1,1-1 1,-1 0-1,1 1 1,0-1-1,-1 0 1,1 1-1,-1-1 1,1 0-1,0-1 0,0 0 108,2-2 0,0 1 0,0-1 1,-1 0-1,1 0 0,-1 0 0,0 0 0,0 0 0,2-8 0,-2 6 118,-2 3-118,-1 1 0,0-1 1,1 1-1,-1-1 0,0 1 0,0-1 0,0 1 0,-1-1 0,1 1 0,0 0 0,-1 0 1,0-1-1,-2-1 0,1 3-42,0 0 1,-1 0 0,1 0-1,0 1 1,0-1-1,-1 1 1,1 0-1,0 0 1,-1 0 0,1 0-1,0 1 1,-1-1-1,1 1 1,0 0 0,-6 2-1,-45 19 637,44-17-622,0 2 0,0 0 0,1 0 0,0 0 0,1 1 0,0 1 1,0 0-1,0 0 0,1 0 0,-6 11 0,4-5-29,1 0 1,0 1 0,1 0 0,1 0-1,-9 33 1,14-40-138,-1 1-1,1 0 0,0 0 1,1 0-1,1 0 1,-1 0-1,1 0 1,1-1-1,0 1 1,0 0-1,1-1 0,0 1 1,1-1-1,0 0 1,0 0-1,1-1 1,0 1-1,1-1 1,10 12-1,-4-7-613,1 0 0,0-1 0,1-1 1,0 0-1,1-1 0,0 0 0,0-1 0,1-1 0,1 0 1,16 5-1,29 7-4110,7-1-2549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16:12.6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11 11505,'2'-1'299,"0"-1"1,0 1-1,0 0 1,0 0-1,0 0 1,0 0-1,1 1 0,-1-1 1,0 0-1,0 1 1,0 0-1,1-1 1,-1 1-1,0 0 0,1 0 1,-1 0-1,0 1 1,0-1-1,1 0 1,-1 1-1,3 1 0,-2 0 33,1 1 1,-1 0-1,0 0 0,0 0 0,-1 0 0,1 1 0,-1-1 0,1 1 1,-1-1-1,0 1 0,-1 0 0,3 5 0,18 41 755,-2 2-1,-2 0 0,11 59 1,-22-75-860,-2 0 1,-1 0-1,-2 1 0,-2-1 1,-7 68-1,-3-42-67,-3-1 0,-2 0 0,-3-1 0,-3-1 0,-2 0-1,-54 96 1,56-121-55,20-33-91,5-8-24,35-50-274,21-7-1251,97-82 0,-86 83 299,132-103-3322,-61 63-2393,-18 18-3314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16:12.8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54 1 10597,'-20'27'5324,"3"-36"-2467,1 0 4459,39 9-6348,4-3-319,-7 6-553,24 6-965,-28-6-587,14-15-1220,21 9-292,-8 15-2925,-6-3-5068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16:13.5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85 37 15869,'-1'-1'194,"1"0"-1,0 0 0,0 0 0,0 0 0,0 0 1,0 0-1,0 0 0,0 0 0,0 0 0,0 0 0,0 0 1,0 0-1,1 0 0,-1 0 0,0 0 0,1 0 0,-1 0 1,1 0-1,-1 0 0,1 0 0,0 0 0,-1 1 0,1-1 1,0 0-1,0 0 0,-1 1 0,1-1 0,0 0 1,0 1-1,0-1 0,0 1 0,0-1 0,0 1 0,-1 0 1,3-1-1,4-3 985,-5 2 827,-2 6-345,-3 57-377,-4-2 1,-2 1-1,-17 59 0,-8 46-1316,20-77 28,4 0 0,4 1-1,4 0 1,11 100 0,-7-171-160,1 0 0,9 31-1,-10-43 51,0 0-1,1 0 0,0 0 0,0 0 1,0-1-1,0 1 0,1-1 0,0 0 1,0 0-1,9 7 0,-10-9 47,0-2 0,0 1 0,0 0 0,1-1 0,-1 1 0,1-1-1,-1 0 1,1 0 0,-1 0 0,1-1 0,0 1 0,7-1 0,36-4-258,-34 1 251,0 0-1,-1-1 0,0 0 0,0-1 1,0-1-1,-1 0 0,0 0 0,21-16 1,1-5-82,38-40 1,-63 59 145,227-261-328,-189 211 339,-17 21 22,-20 23-19,1 1 0,0 0 1,1 1-1,22-18 0,-33 29 2,1 1-1,-1 0 0,1 0 0,-1 0 0,1 0 1,-1 0-1,1 1 0,0-1 0,-1 0 1,1 0-1,-1 0 0,0 0 0,1 0 0,-1 1 1,1-1-1,-1 0 0,1 0 0,-1 1 1,1-1-1,-1 0 0,0 1 0,1-1 1,-1 1-1,0-1 0,1 0 0,-1 1 0,0-1 1,1 1-1,-1 0 0,9 13 32,-7-6-31,0 0 0,-1 0 0,0 0 0,0 1 0,-1-1 0,0 0 0,0 1 0,-2 7 0,-13 71 26,13-77-26,-38 204-2717,39-211 2416,32-21-513,75-78 303,154-106-1,-250 195 503,3 0-17,-1-2 0,0 1 1,0-1-1,-1-1 0,-1 0 1,14-16-1,-22 24 107,0 3-180,1 2 106,0-1 0,-1 1-1,1 0 1,0 0-1,-1 0 1,0 0 0,2 4-1,-2-4-13,0 0 0,0-1 0,0 1 0,0 0-1,0 0 1,1-1 0,-1 0 0,1 1 0,-1-1 0,1 0 0,0 0-1,0 0 1,3 1 0,12 1 7,0 0 0,0-1-1,0-1 1,0-1 0,1 0-1,-1-2 1,29-3 0,25 0 264,-20-4 294,-44 6-468,-1 1-1,1-1 1,0 1-1,-1 1 1,1-1-1,11 2 1,78 15 224,-55-8-352,0-2-1,1-2 0,50 0 0,-53-6-84,18 0 172,104 8 0,-144-4-147,-1 1 0,1 1-1,-1 0 1,0 1 0,0 1 0,-1 1-1,1 0 1,-1 1 0,-1 1 0,18 13-1,97 86-7159,-88-71 1288,-3-5-2136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16:14.4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1 597 11433,'0'-1'143,"1"1"0,-1-1 0,1 0 0,-1 0 0,1 0 0,-1 0 0,1 1 0,0-1 0,-1 0 0,1 1 0,0-1 0,0 0 0,0 1 0,-1-1 0,1 1 0,0 0 0,0-1-1,0 1 1,0-1 0,0 1 0,0 0 0,0 0 0,0 0 0,0-1 0,1 1 0,23-8 2266,-10 0-1589,0 1 0,1 1 0,0 0-1,0 1 1,22-5 0,91-10 1236,-82 14-1587,266-35 1157,105-15-656,-198 19-678,147-32-70,-66-4-1102,-281 67 760,26-8-743,-1-3 0,79-40 0,6-24-4623,-81 49-670,-2 8-3742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16:14.6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1578 26 14197,'-8'-4'417,"-34"-14"2003,40 17-2222,0 0 0,1 1 1,-1 0-1,0-1 0,1 1 0,-1 0 0,0 0 0,0 0 0,1 0 0,-1 0 1,0 0-1,0 0 0,1 1 0,-1-1 0,0 1 0,1-1 0,-1 1 1,1 0-1,-1-1 0,1 1 0,-1 0 0,1 0 0,-2 1 0,1 3 279,0-1-1,1 0 0,-1 1 1,1-1-1,0 1 0,0 0 0,1-1 1,-1 1-1,1 0 0,0-1 1,2 10-1,-2 7 452,0 17 10,2 0 0,2-1 1,9 40-1,33 115-297,-25-109-701,48 245 60,-56-257 0,11 57 0,9 153 0,-30-207 0,-3 0 0,-3 1 0,-3-1 0,-4-1 0,-30 118 0,23-135 0,-2-1 0,-2-1 0,-3-1 0,-2-1 0,-2-2 0,-3 0 0,-64 79 0,58-88-165,-1-1 0,-3-1-1,-1-3 1,-2-1 0,-1-2 0,-1-2-1,-54 25 1,33-23-1136,-2-3-1,-1-4 1,-2-2-1,-126 24 1,-152-1-9332,183-31-688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16:15.7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499 34 12921,'16'-33'7162,"-16"33"-7153,-12 26 3111,8-14-2770,0 0-1,0 0 1,2 0 0,-2 16-1,-51 424 3886,-29 73-2098,38-260-1527,-88 433 131,21-123-1348,92-447-43,-10 223 1,31-296 219,1-1 1,3 1-1,3-1 1,2-1-1,2 1 1,32 92 0,-36-128 254,1-1 1,0 0 0,2 0 0,0-1 0,0 0 0,2 0 0,0-2 0,1 1 0,0-2 0,1 1 0,0-2 0,1 0 0,1-1 0,0 0 0,0-1 0,1-1 0,0-1 0,1 0 0,0-1 0,0-1 0,0-1 0,27 4 0,-2-3-27,1-3 1,-1-1-1,1-2 1,-1-2-1,1-2 1,-1-2-1,0-2 1,81-25-1,-44 4 7,-1-3 0,-2-3-1,121-76 1,-89 38 68,-3-5 0,138-132 0,168-208 619,-383 388-397,258-294 1293,-86 94 595,-151 178-556,-50 52-1416,0 0 0,0 0-1,0 0 1,0 0-1,0 0 1,0 0-1,0 0 1,0-1 0,1 1-1,-1 0 1,0 0-1,0 0 1,0 0-1,0 0 1,0 0 0,0 0-1,0 0 1,0 0-1,0 0 1,1 0-1,-1 0 1,0 0 0,0 0-1,0 0 1,0 0-1,0 0 1,0 0-1,0 0 1,1 0 0,-1 0-1,0 0 1,0 0-1,0 0 1,0 0-1,0 0 1,0 0 0,0 0-1,0 0 1,0 0-1,1 0 1,-1 0 0,0 1-1,0-1 1,0 0-1,0 0 1,0 0-1,0 0 1,0 0 0,0 0-1,0 0 1,0 0-1,0 0 1,0 1-1,0-1 1,0 0 0,0 0-1,0 0 1,0 0-1,0 0 1,0 0-1,0 0 1,0 0 0,0 1-1,3 4 99,0 0 0,-1 1-1,0-1 1,0 1 0,0-1-1,-1 1 1,0 0 0,0 0 0,0 0-1,-1-1 1,0 9 0,-2 11 164,-6 35 0,4-32-92,-23 118 355,-8 69-57,32-182-480,1 0 0,1 0 0,3 0 0,7 50 0,-8-76-70,1 1-1,0-1 1,1 0 0,-1 0 0,1 0-1,1 0 1,-1-1 0,1 1 0,1-1 0,-1 0-1,1 0 1,0 0 0,0-1 0,0 0-1,1 0 1,0 0 0,0 0 0,0-1 0,1 0-1,-1-1 1,1 1 0,0-1 0,0-1-1,0 1 1,14 2 0,-9-3-47,-1 0 0,0-1 0,1 0 0,-1-1 0,1 0 0,-1-1 0,0 0 0,1-1-1,-1 0 1,0-1 0,0 0 0,0-1 0,0 0 0,-1-1 0,0 0 0,16-10 0,-11 3 53,-1 0-1,0-2 0,0 1 1,-1-2-1,-1 1 1,0-2-1,-2 0 1,1 0-1,-2-1 1,0 0-1,-1 0 1,-1-1-1,-1 0 1,0-1-1,-1 1 1,4-33-1,-6 27 1,-1-1 0,-1 1 1,-1 0-1,-2 0 0,0 0 0,-1 0 0,-1 0 0,-2 0 1,0 1-1,-2 0 0,0 0 0,-23-43 0,15 40-175,-2 0 0,-1 1 0,0 0-1,-2 2 1,-1 1 0,-40-33 0,42 40-579,-1 1 0,0 1 1,-35-17-1,39 24-520,1-1-1,-1 2 1,0 0 0,0 1-1,-28-3 1,-3 8-6963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16:16.3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1509 137 14225,'-30'-36'1986,"-25"-44"0,54 79-1864,1 0 0,-1-1 1,0 1-1,0-1 0,0 1 0,0 0 1,0 0-1,0 0 0,0-1 0,0 1 0,-1 0 1,1 0-1,0 0 0,-1 1 0,-1-2 1,-2 1 44,1 1 1,-1 0 0,1 0-1,0 0 1,-1 1 0,1 0 0,-1-1-1,-5 3 1,-29 8 1210,-56 23 0,84-29-1249,-1 0 0,1 1 0,1 1 0,-1 0 0,1 0 0,0 1 0,1 0-1,0 1 1,-10 11 0,2-2 14,-22 23-325,2 2 0,1 1-1,3 2 1,2 1-1,1 2 1,3 0 0,2 2-1,-33 98 1,51-122-212,1 1 0,1 0 1,1 0-1,2 0 0,0 35 1,3-47 150,0 0 0,1-1 1,0 1-1,1 0 0,1-1 1,1 1-1,0-1 1,1 0-1,0-1 0,14 23 1,-18-34 228,1 0-1,-1 0 1,1-1 0,-1 1 0,1-1 0,0 0 0,0 0 0,0 0 0,0 0-1,0 0 1,0-1 0,0 1 0,1-1 0,-1 0 0,1 0 0,-1 0-1,1-1 1,-1 1 0,1-1 0,-1 0 0,1 0 0,0 0 0,-1 0 0,1-1-1,-1 1 1,1-1 0,-1 0 0,6-2 0,6-2 163,0-1 1,0-1-1,0 0 0,25-18 0,-8 4 233,-4 2 66,0 1 0,2 1 1,33-14-1,-60 30-414,0 0 0,1 0 0,-1 0 0,1 1 0,-1 0-1,1-1 1,-1 1 0,1 0 0,-1 1 0,1-1 0,-1 1-1,1-1 1,-1 1 0,0 0 0,1 0 0,-1 1 0,0-1-1,0 1 1,6 3 0,-5-2-9,0 0 0,0 1 1,0-1-1,0 1 0,-1 0 0,1 0 0,-1 0 0,0 1 0,0-1 0,-1 1 1,1-1-1,2 8 0,2 13 44,0 0 0,-1 1-1,-2 0 1,-1 1 0,0 33 0,-3 2 56,-11 74-1,-2-52-63,-4 0 0,-3-1 0,-4-1 0,-4-1 0,-3-1 0,-65 119 0,51-123 6,-3-3 0,-94 111 0,-141 108-59,69-109 33,179-157-32,-1-1 1,-1-2-1,-1-2 0,-57 23 1,89-41-11,-1-1 0,0 0 0,0 0 0,0 0 0,0-1 0,0 0 0,0-1 0,-1 1 0,1-2 0,-7 0 0,12 1 2,0 0 1,0-1-1,0 0 0,0 1 1,0-1-1,0 0 0,1 0 1,-1 0-1,0 0 0,1 0 1,-1 0-1,1-1 0,-1 1 1,1 0-1,0-1 0,-2-1 1,1 0 4,1 1 0,0-1 0,0 0 0,0 0 0,0 1 0,1-1 0,-1 0 0,1 0 0,-1 0 0,1 0 0,0 0 0,0 0 0,1-5 1,1-4-10,0 0 1,1 0-1,1 1 1,-1-1-1,2 1 1,0 0-1,9-16 1,55-73-79,-62 91 71,174-219-395,-66 86-84,166-195-1469,-222 268 1407,293-323-3109,-162 197 1719,405-457-1911,-528 567 3830,245-298 2366,-218 289-1025,-93 93-1266,0-1 0,0 1 0,1 0 0,-1 0 0,0-1 0,1 1 0,-1 0 0,1 0 0,-1 0-1,1 1 1,0-1 0,-1 0 0,1 1 0,0-1 0,-1 1 0,1-1 0,0 1 0,0 0 0,0 0 0,-1 0 0,1 0 0,0 0 0,0 0 0,0 0 0,-1 0 0,1 1-1,0-1 1,0 1 0,-1-1 0,1 1 0,0 0 0,-1 0 0,1 0 0,2 2 0,-2-1-3,0 1 0,0-1 0,0 1 0,0 0 1,0-1-1,-1 1 0,1 0 0,-1 0 0,0 1 0,0-1 0,0 0 0,0 0 0,0 0 1,-1 1-1,1-1 0,-1 0 0,0 4 0,-4 44 146,-1-1 0,-3 0-1,-28 95 1,-68 140-5111,67-190 1169,-3 10-2997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16:16.5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51 9293,'44'-39'1172,"-31"27"1224,1 27-1896,6-3-120,-13 24-384,-4 25-364,-3-4-268,-7 9-332,-3 19-2488,-10 14-1869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16:17.0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258 1 7965,'45'25'2023,"-44"-24"-1899,0 0-1,0 0 1,0 1-1,0-1 1,0 0 0,0 0-1,0 1 1,0-1-1,0 1 1,-1-1-1,1 1 1,-1-1-1,1 1 1,-1-1 0,1 1-1,-1-1 1,0 1-1,0-1 1,0 1-1,0 0 1,0-1-1,0 1 1,-1 2 0,1 7 487,-1 9 123,-1 1 0,-1-1 0,0 0 0,-2 0 0,0 0 0,-10 24 0,-58 114 1380,32-76-1282,-80 144 376,76-146-720,59-86-404,-5-1-55,0 0 1,0-1-1,-1-1 1,10-11-1,9-10-42,6-4-4,222-211 10,-211 209 15,0 2 0,2 2 0,2 2 0,67-32 0,-67 41 17,1 2 0,0 2 0,2 2 0,-1 2 0,61-6 0,-77 15-9,1 2-1,-1 1 1,0 2 0,0 1-1,0 2 1,0 1-1,0 2 1,60 21 0,-35-3-265,-2 3 0,94 61 1,-119-69-153,-6-1-958,-1 2 1,0 0-1,41 48 1,-53-54 684,-12-15 657,0 1 1,0 0 0,0-1-1,0 1 1,0-1-1,0 0 1,0 1 0,0-1-1,0 0 1,0 1-1,0-1 1,0 0 0,0 0-1,0 0 1,0 0-1,0 0 1,0 0 0,0 0-1,0-1 1,1 1-1,2-1 10,1 1 81,0 0-1,0-1 1,-1 1-1,1-1 1,0 0-1,-1-1 1,1 1-1,-1-1 1,1 0-1,-1 0 0,0 0 1,0-1-1,6-4 1,7-6 775,26-28 0,-27 25-217,65-51 1230,-41 36-1507,-39 30-418,28-21-327,-10 14-2913,-6 12-2450,-8-2 3895,14 7-5630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16:17.7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1243 12857,'1'-1'107,"-1"0"-1,1 0 1,0 0-1,0 0 0,-1 0 1,1 1-1,0-1 1,0 0-1,0 0 1,0 1-1,0-1 1,0 1-1,0-1 1,0 1-1,0-1 1,0 1-1,0 0 0,0-1 1,0 1-1,0 0 1,1 0-1,-1 0 1,0 0-1,0 0 1,0 0-1,0 0 1,0 0-1,1 0 1,0 1-1,39-3 1291,471-51 6528,1196-86-4467,-322 29-2778,1819-137-73,-3025 234-594,762-67 6,-8-39 58,-481 34-15,-355 61-95,-2-4 0,143-63-1,-195 69-862,76-48 0,-118 68 748,-1 1 0,1 0 0,-1 0 0,1-1 0,-1 1 0,1-1 0,-1 1 0,0-1 0,0 0 0,0 0 0,0 1 0,0-1 0,0 0 0,0 0 0,-1 0 0,1 0 0,0 0 0,-1 0 0,0 0 0,1 0 0,-1 0 0,0 0 0,0 0 0,0 0 0,-1 0 0,1 0 0,0 0 0,-1 0 1,1 0-1,-2-2 0,0-2-527,-1 0 0,0 0 1,0 0-1,0 1 0,-1 0 1,-6-8-1,7 9-127,-1 0 1,1 1-1,-1 0 0,0 0 0,0 0 1,0 0-1,-5-2 0,-27-9-8887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16:18.4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1 126 6401,'101'-95'11755,"-58"70"-6785,-38 20-3745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16:20.4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13629 3733 5925,'-4'0'1533,"-29"5"1323,30-5-2563,0 0 0,0 0 1,0-1-1,1 1 0,-1 0 1,0-1-1,1 0 1,-1 1-1,0-1 0,-3-2 1,0 1 254,-92-29 3064,-56-16-1292,-822-242 255,481 136-2398,-157-18-88,-7 31-42,344 85-22,-542-26-1,659 77-10,-136 8 15,11 7-15,208-7-46,-698 0 87,132-72-105,5-31 10,467 66 15,-390-48 24,527 72-9,-491-39-43,218 52 73,-84 0-324,-345-49-919,600 22 1151,-143-27-24,17-12 42,271 55 42,-120-32 1,3-7 0,1-6 0,-261-135 0,301 127-11,3-4 0,2-4-1,4-5 1,3-4 0,-125-134 0,-111-211-40,55 62-172,140 205-338,124 141 482,1 0-1,1 0 1,0-1-1,1 0 1,1 0-1,-9-32 1,-7-15-65,19 49-40,0 0 0,0 0-1,1-1 1,1 1 0,0-1 0,1 1 0,1-1-1,2-18 1,0 25-299,-1 0 0,1 0 0,0 0-1,0 0 1,1 1 0,0-1 0,6-8 0,11-18-4709,-11 15-185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16:20.6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164 1 7781,'-8'5'358,"1"1"1,-1 0 0,1 1-1,0 0 1,0 0 0,1 0 0,0 1-1,0 0 1,1 0 0,0 1-1,0-1 1,1 1 0,-3 10-1,-2 10 580,1 1 0,-7 56-1,8-36-894,-4 40 52,0 107 1,2-8-2909,3-81-2429,6-61 432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16:20.8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6997,'0'0'2068,"20"9"-1384,-4 0-96,1-3-120,3 0-96,4 3 48,19 9-192,-9-6-72,9 0-20,1 0-32,6-3-144,10 0-96,4-6-276,6 7-160,4-4-352,3-3-2096,7-9-1113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16:21.2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198 3 5280,'7'-3'4113,"-7"24"-3217,-4 0-60,1 13-44,-10 29-44,3-6-116,-4 15-260,4 4 96,0 14-84,0 13-136,-3 2-556,-1 13-604,-16-7-780,-3 7-1788,-8 6-1913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25:14.36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2031 91 7413,'-2'-1'443,"0"-1"1,0 0-1,0 1 1,0-1-1,0 0 1,0 0 0,1-1-1,-1 1 1,1 0-1,-1 0 1,1-1-1,0 1 1,0-1-1,0 1 1,-1-4 0,1 2-29,-1 0 0,0 0 0,0 0 0,0 0 0,0 1 0,-5-7 0,3 7-258,1 1 0,0 0 1,-1 0-1,0 0 0,1 0 0,-1 1 1,0-1-1,0 1 0,0 0 0,1 0 0,-1 1 1,0-1-1,0 1 0,0 0 0,0 0 1,-1 0-1,1 1 0,-7 1 0,-3 0 87,1 1 0,-1 1 0,-23 10-1,-1 5 18,2 2-1,1 2 1,0 1 0,2 1-1,-37 37 1,17-13-124,3 2 0,-49 63 0,72-79-99,2 1 1,2 2-1,1 1 0,-28 68 0,41-82-29,0 0-1,2 0 1,0 1-1,2 0 1,-2 30-1,6-44-14,1 0 0,0 0 0,1-1 1,0 1-1,1 0 0,0-1 0,1 1 0,0-1 0,1 0 0,0 0 0,1 0 0,0-1 0,1 1 0,8 11 0,-7-14-2,0-1-1,1 1 1,-1-1-1,1-1 0,0 1 1,1-1-1,0-1 0,0 0 1,0 0-1,0-1 0,1 0 1,0 0-1,0-1 0,0 0 1,0-1-1,13 1 0,-9-1 15,0-1 0,1-1 0,-1 0 0,1-1 0,-1 0 0,1-1-1,-1-1 1,0 0 0,0-1 0,27-11 0,-11-1-21,-1-1 0,0-2 0,-1 0 0,-1-2 0,-1-1 0,32-35 0,-29 24 71,-1-1 1,-1-2 0,-2-1 0,27-53-1,-48 83-11,-1 1 0,1 0-1,0 0 1,1 1 0,5-7-1,-4 6-12,-4 3 84,-3 10 4,0 1 0,0-1 0,0 0 0,-1 0 0,-1 0 0,-2 8 0,-2 3 76,-144 364 1798,29-83-1514,30-42-212,85-235-254,-108 326 162,4 61-264,15-50-459,67-265 161,-5-1 0,-48 95 0,53-133 152,-2-1 0,-2-2 0,-2-1 0,-62 67 0,45-63 49,-3-3 0,-109 80-1,119-102 138,-1-1 1,-2-2-1,-1-2 0,-81 28 1,98-43 28,0-1 0,-39 5 1,56-12 16,1 0 1,-1-2-1,0 1 1,0-2-1,0 0 1,-30-6 0,42 7 5,-1-1 1,1 0-1,0 0 1,-1-1-1,1 1 1,0-1-1,0 1 1,-1-1 0,2 0-1,-1 0 1,0-1-1,0 1 1,1 0-1,-1-1 1,1 0-1,-1 0 1,1 1-1,0-1 1,0 0 0,1-1-1,-1 1 1,1 0-1,-1 0 1,1-1-1,0 1 1,0-1-1,1 1 1,-1-1 0,1 1-1,0-1 1,-1 0-1,2 1 1,-1-1-1,1-5 1,3-10-9,0 1 0,1-1 1,1 1-1,1 0 0,10-19 0,-15 34 3,26-54-2,68-101-1,54-45 32,-102 140-76,152-187-121,10 9 0,372-330 1,42 81-58,-424 367 179,-163 103 35,0 2 0,2 2 0,61-18 0,-88 31 15,0 0 0,0 1-1,1 1 1,-1 0-1,0 0 1,21 3-1,-27-2-4,-1 1 0,1 0 0,-1 1 0,1-1 0,-1 1-1,0 0 1,0 1 0,0-1 0,0 1 0,0 0 0,-1 0 0,1 0-1,-1 1 1,0 0 0,0 0 0,7 8 0,-3 0-61,-1 0 1,-1 0 0,0 1-1,0 0 1,-1 0 0,-1 0-1,0 1 1,-1-1 0,-1 1-1,0 0 1,0 0 0,-2 0-1,1 0 1,-4 25 0,-5 14-2676,-1-1 1,-26 79-1,21-82-964,0 5-3889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25:14.54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37 182 7869,'-16'-55'2136,"12"28"-604,1 0-208,3 6-204,0 6 708,3-6-1219,1 6 107,-11 30-2565,0-3 537,4 9-2716,0 15-2933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25:14.77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664 22 10505,'23'-21'5906,"-19"42"-2825,-2-14-2740,-1 1-88,0 1-1,0-1 1,-1 0-1,0 0 0,0 1 1,-1-1-1,0 0 0,-1 0 1,1 0-1,-5 12 0,-73 260 3111,-105 194-1751,58-168-2373,116-281 620,-189 512-7464,135-373-588,42-91 293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25:15.96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33 863 8713,'-7'-9'246,"4"6"62,-1-1-1,1-1 1,0 1-1,0 0 1,1-1-1,-4-7 1,5 10-159,1-1 1,0 1-1,-1-1 0,1 1 1,0-1-1,0 1 0,1-1 1,-1 1-1,0-1 0,1 1 1,0 0-1,-1-1 0,1 1 1,0 0-1,0-1 0,2-2 1,3-7 505,-6 10-572,1 0 1,0 0 0,0 0-1,0 0 1,0 0 0,1 0-1,-1 1 1,0-1 0,1 0-1,-1 1 1,1-1 0,-1 1-1,1 0 1,0-1 0,0 1-1,0 0 1,-1 0-1,1 0 1,4-1 0,39-15 204,1 3 0,1 1 1,0 2-1,53-4 0,-15 1-256,398-91-728,-369 72 637,0-5 0,124-60 0,-231 94 66,43-19 206,0-2 0,-2-2 0,69-53 0,47-57 1555,-161 135-1675,-3 11-59,-1-1 0,-1 1 0,1 0-1,-1-1 1,-1 1 0,1-1 0,-7 12 0,-32 57-9,12-25-118,-201 373 317,162-302-206,-24 51-2,78-142-97,1 0 0,1 1 0,-11 54 0,22-84 59,1 0-1,-1 0 0,1 0 0,-1 1 0,1-1 1,0 0-1,1 0 0,-1 0 0,0 0 0,1 0 1,0 0-1,-1 0 0,1 0 0,0 0 0,1 0 1,-1 0-1,0-1 0,1 1 0,0 0 0,0-1 1,-1 1-1,1-1 0,3 3 0,-2-3-10,1 0 1,-1 0-1,1 0 1,0 0-1,-1-1 0,1 1 1,0-1-1,0 0 0,0 0 1,0-1-1,0 1 0,0-1 1,0 0-1,0 0 1,0 0-1,0 0 0,6-2 1,29-7-164,0-1 0,-1-3 0,73-33 0,-63 24 101,91-27 1,-131 47 136,-1 0 1,1 1-1,-1 0 1,1 0-1,0 1 1,-1 0-1,1 0 1,0 1-1,-1 0 1,1 0-1,-1 1 1,1 0-1,-1 0 1,0 1-1,13 6 1,-10-3 15,0 1 0,0 1 0,0 0 0,-1 0 0,0 1 0,-1 0 0,0 0 1,0 1-1,7 12 0,-15-22-57,22 33 156,30 34 0,-46-60-141,0 0 0,1 0 0,0 0 0,0-1 0,0 0 0,1 0 0,0-1 0,0 0 0,1-1-1,15 7 1,-19-10-16,0-1-1,0 1 1,0-1-1,0 0 1,-1 0-1,1-1 1,0 1 0,0-1-1,-1 0 1,1 0-1,0-1 1,-1 1-1,1-1 1,-1 0-1,1 0 1,7-6-1,6-5-51,0 0 0,23-24 0,-23 20-8,75-70 76,-32 28 10,86-63 0,-114 100-60,-30 20 66,30 14 266,-33-12-296,0 0 0,1 0 0,-1 0 0,0 0 0,0 0 0,0 0 0,0 0 0,1 0 0,-1 0 0,0 0 0,0 0 0,0 0 0,0 0 0,0 0 0,1 0 0,-1 1 0,0-1 0,0 0 0,0 0 0,0 0 0,0 0 0,0 0 0,0 0 0,0 1 0,0-1 0,1 0 1,-1 0-1,0 0 0,0 0 0,0 1 0,0-1 0,0 0 0,0 0 0,0 0 0,0 0 0,0 1 0,0-1 0,0 0 0,0 0 0,0 0 0,0 0 0,0 0 0,-1 1 0,1-1 0,0 0 0,0 0 0,0 0 0,0 1 0,-13 62 290,-3 17-175,15-73-108,0-1-1,1 1 0,0 0 0,0 0 0,1 0 1,0 0-1,0 0 0,1-1 0,2 9 0,-3-12 1,0-1-1,1 0 0,-1 1 0,1-1 0,-1 0 0,1 0 0,0 0 0,-1 0 0,1 0 0,0 0 0,1 0 0,-1-1 0,0 1 0,0-1 1,1 1-1,-1-1 0,1 0 0,-1 0 0,1 0 0,-1 0 0,1-1 0,-1 1 0,1-1 0,0 1 0,0-1 0,-1 0 0,1 0 0,0 0 1,-1-1-1,1 1 0,3-2 0,6 0-1,-1-1 0,0 0 0,0-1 0,0 0 0,16-10 0,4-7-30,-8 42-25,-21-19 46,-1-1 0,0 1 1,1 1-1,-1-1 0,0 0 0,0 0 1,0 0-1,0 1 0,-1-1 0,1 0 1,0 5-1,2 6-24,2-3-68,-1 0 0,2 0-1,-1-1 1,1 0 0,0 0 0,1-1-1,0 1 1,1-2 0,7 8-1,-10-11-73,0-1 0,-1 1 0,1-1 0,0-1 0,0 1 0,1-1 0,-1 1-1,1-2 1,-1 1 0,1-1 0,-1 1 0,1-1 0,0-1 0,0 1 0,-1-1-1,1 0 1,0-1 0,8-1 0,21-6-227,0-2-1,0-1 0,-1-2 1,44-23-1,-12 0 108,70-51 0,-57 28 383,-3-3 0,-3-4 0,95-109 0,166-245 1594,-225 277-550,-16 9 239,25-30 1261,-116 162-2166,-1 3-408,0 0 0,1 0 0,-1 0 0,0 0 0,0 0 0,-1 0-1,1 1 1,0-1 0,0 0 0,-1 1 0,1-1 0,0 3 0,0-1-26,0 0 0,0 0 1,0 0-1,-1 1 0,0-1 0,0 0 1,0 0-1,0 1 0,0-1 0,0 0 1,-1 0-1,0 1 0,-2 5 0,-21 46 331,9-24-120,-51 124 685,-161 409 937,199-481-1698,4 2 1,-23 147 0,42-195-211,2 1 1,2 0 0,1 0 0,2 0-1,2-1 1,1 1 0,18 62 0,-21-92-14,1 0 0,0 0 0,1 0 1,0 0-1,0 0 0,1-1 0,-1 0 1,2 0-1,-1 0 0,1-1 0,0 0 0,12 10 1,-15-14 24,0 0 0,-1-1 0,1 0 1,0 0-1,0 0 0,0 0 0,0 0 0,0-1 1,0 1-1,0-1 0,0 0 0,0 0 0,0 0 1,1 0-1,-1 0 0,0-1 0,4-1 0,43-17-136,-50 19 157,9-5-23,-1-1-1,1 1 0,-1-2 1,-1 1-1,1-1 0,-1 0 0,0-1 1,-1 0-1,0 0 0,0 0 1,0-1-1,6-14 0,1-6 3,-1-1-1,14-50 0,-21 57 15,0 1 1,-1-1-1,-1 0 1,-1 0-1,-2 0 1,0 0-1,-1 0 1,-1 0-1,-6-23 0,4 27 17,-1 1-1,-1 0 0,-1 0 0,0 0 0,-1 1 1,-1 0-1,-1 1 0,0 0 0,-1 0 0,-1 1 0,-18-18 1,24 27-47,-1 0 1,0 1 0,0 0 0,0 0 0,-1 1-1,0 0 1,0 0 0,0 1 0,0 0 0,0 0-1,-1 1 1,1 0 0,-1 0 0,1 1 0,-1 0-1,0 1 1,0 0 0,1 0 0,-1 1 0,0 0-1,-14 4 1,7-1-593,0 1 0,1 0 0,0 1 1,-21 11-1,18-7-1904,1 1 0,-31 26 0,0 8-7244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25:16.17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0 100 10925,'0'0'4208,"7"-15"-2487,-1 0 2395,1 0-3424,3 0-48,-17-6-3884,7 3 1164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25:21.46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1320 453 8205,'32'-46'730,"-12"17"65,-1 0 1,-2-1-1,15-36 0,-12 27 721,-14 28-838,0-1 0,0 0 0,-1 0 0,-1-1 0,0 0 0,0 0 0,2-25 0,-4 24 422,1 0-1,0 0 1,8-22-1,-8 26-623,-3 10-455,0 0 0,0 0 0,0 0 0,0 0 0,0 0 0,0 0 0,-1 0 0,1 0 0,0 0 0,0 0 0,0 0 0,0 0 0,0 0 0,0 0 0,0 0 0,0 0 0,0 0 0,-1 0 0,1 0 0,0 0 0,0 0 0,0 0 0,0 0 0,0 0 0,0 0 0,0 0 0,0 0 0,0 0 0,0 0 0,0 0 0,-1 0 0,1 0 0,0-1 0,0 1 0,0 0 0,0 0 0,0 0 0,0 0 0,0 0 0,0 0 0,0 0 0,0 0 0,0 0 0,0 0 0,0 0 0,0-1 0,0 1 0,-19 10 451,0 0 0,1 2 1,0 0-1,1 1 1,-28 27-1,-73 90 613,93-102-845,-310 387 1420,139-167-1012,-118 178-117,246-317-437,4 2-1,-55 134 1,24 7-320,82-211 76,2 1 0,2 1-1,2-1 1,-2 52 0,9-79 42,0 1 0,0 0 0,2-1 0,0 1 0,0-1 0,2 1 0,0-1 0,0 0 0,2-1 0,0 1 0,0-1 0,2 0 0,-1-1 1,2 1-1,0-2 0,0 1 0,1-1 0,1-1 0,0 0 0,0 0 0,1-1 0,1 0 0,0-2 0,0 1 0,0-1 0,1-1 0,0 0 1,1-1-1,0-1 0,-1 0 0,2-1 0,28 4 0,-3-5-63,0-1 1,0-2-1,0-2 1,0-2-1,0-1 0,54-15 1,235-86-426,201-125 32,-177 70 390,-276 126 149,-42 17 73,2 2 0,64-19 0,-93 33 16,-1 0 0,0 1 0,1 0 0,-1 0 0,1 1 0,-1 0 0,1 1 1,12 1-1,-18-1-29,1 0-1,-1 0 1,0 0 0,0 1 0,0-1 0,0 1 0,0 0 0,0-1 0,0 1 0,-1 1-1,1-1 1,-1 0 0,1 0 0,-1 1 0,0 0 0,0-1 0,0 1 0,0 0 0,-1 0 0,1 0-1,-1 0 1,1 0 0,0 6 0,2 6 59,-2 0 1,1 0-1,-2 0 0,0 1 1,-2 24-1,-14 83 156,6-57-135,-3 132 210,12-165-298,2-1-1,2 1 1,1-1 0,9 33 0,-12-57-52,1 0 1,0 0-1,1 0 0,0-1 0,0 1 1,0-1-1,1 0 0,0-1 1,0 1-1,1-1 0,0 0 0,0 0 1,0-1-1,1 1 0,0-2 0,0 1 1,0-1-1,0 0 0,1 0 0,-1-1 1,1 0-1,0 0 0,0-1 0,0 0 1,1 0-1,-1-1 0,0 0 0,1-1 1,-1 0-1,1 0 0,-1-1 0,0 0 1,12-3-1,5-2-149,0-1 1,0-1-1,-1-2 1,0 0-1,-1-2 1,0 0-1,-1-2 1,0 0-1,-2-1 1,30-28-1,-27 20 57,-1 0-1,-1-2 1,-1 0-1,-1-1 1,-1-1-1,-2-1 1,-1-1-1,13-33 1,-22 48 74,-2 0 1,1 0 0,-2 0 0,0-1 0,-1 0 0,0 1 0,-1-1 0,-1 0 0,-3-29 0,2 34 24,-2-1 0,1 1 1,-1 0-1,-1 0 0,0 0 1,-1 0-1,1 0 0,-2 1 0,1 0 1,-1 0-1,-1 1 0,0-1 1,0 2-1,-12-12 0,-4 1-6,0 1-1,-1 2 0,-1 0 0,0 1 0,-1 1 0,-52-17 0,10 10-27,-114-19 0,168 36 24,1 0 0,-1 2 0,1-1 0,-1 2 0,0 0 0,1 0 0,-1 1 0,1 1 0,-22 5 0,65 4-58,8-3 46,0-2-1,1-1 1,0-1-1,60-4 1,160-23 14,-149 10 17,-58 8 24,355-26-62,-379 31 35,1 0 0,0 2-1,-1 1 1,1 1 0,-1 2 0,0 1-1,50 19 1,-68-21 6,-1 0 0,0 1 1,0 0-1,0 1 0,13 13 0,-17-15 3,1 1 0,0-1 0,0 0-1,0 0 1,1-1 0,-1 0 0,1 0 0,0-1 0,0 1 0,1-2-1,-1 1 1,10 2 0,13-2-7,-1-1 0,1-1 0,0-2 0,39-5 1,3-1-9,125 9-10,-152 0 36,44 4-25,-53-2 33,0-2 0,0-2 0,68-7-1,-62-1-13,-2-3 1,1-1-1,45-20 0,116-63 44,-138 63 9,382-222 222,-23-33 197,-324 218-194,-98 68-270,63-45 696,2 4-1,110-54 1,-173 94-638,-1 1-1,1 0 1,-1 0 0,1 0 0,-1 1-1,1-1 1,0 0 0,-1 1 0,1 0-1,0 0 1,-1 0 0,1 0 0,0 0-1,0 0 1,-1 0 0,1 1 0,0 0-1,-1-1 1,1 1 0,3 2 0,-4-2-16,0 1 1,0 0 0,0 0 0,-1 0 0,1 0 0,0 0 0,-1 1 0,1-1-1,-1 0 1,0 1 0,0-1 0,0 1 0,0-1 0,0 1 0,0-1-1,0 5 1,0 7 157,0 1 0,0-1 0,-2 1 1,0-1-1,-5 28 0,-38 142 1083,-71 187 0,58-198-970,-88 315-1210,114-359-2216,-27 244 0,55-327 1000,2 55-1,2-79-468,2-1 0,7 30 0,6 3-7638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25:22.20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111 1083 10129,'12'-90'1951,"-12"86"-1699,1-1 0,0 1 0,-1 0 0,2 0 0,-1 0 0,0 0 0,1 0 0,0 0 0,0 0 0,0 0 0,0 1 0,1-1 0,-1 1 0,1 0 0,0 0 0,0 0 0,0 0 0,1 0 0,-1 0 0,1 1 0,-1 0 0,1-1 0,0 1 0,0 1 0,0-1 0,0 1 0,0-1 0,0 1 0,5-1 0,3 1-48,0 1-1,0 0 0,0 1 1,-1 0-1,1 0 1,0 1-1,20 7 0,-21-6-129,-1 1 1,0 0-1,0 0 0,0 1 0,0 0 0,-1 1 0,1 0 1,-1 0-1,-1 1 0,0 0 0,0 1 0,0 0 1,8 10-1,-12-12-51,0 1 0,-1-1 0,0 0 0,0 1 0,0 0 0,0-1 0,-1 1 0,0 0 0,-1 1 0,0-1 0,0 0 0,0 0 1,-1 0-1,0 1 0,0-1 0,-1 0 0,0 0 0,0 0 0,-1 0 0,-3 10 0,0-3-1,-2-1 0,1 1 0,-2-1 0,0 0-1,0-1 1,-1 0 0,-1 0 0,0-1 0,-16 14 0,-14 9 29,-59 39 1,54-42-25,-151 94 45,193-123-50,8-3-14,22-9 8,0 0-1,-1-2 1,47-29 0,74-60 74,-78 52-81,714-540-19,-648 484-22,381-304 365,-496 394-303,230-164 183,-238 172-180,0 0 0,0 1 0,1 0-1,0 1 1,15-4 0,-26 8-21,0 0 0,0 1 0,0-1 0,0 1 0,0 0 0,0-1 0,0 1-1,1 0 1,-1 0 0,0 0 0,0 1 0,0-1 0,0 0 0,0 1 0,1-1 0,-1 1 0,0 0-1,0 0 1,0 0 0,-1 0 0,1 0 0,0 0 0,0 0 0,0 1 0,-1-1 0,1 1 0,-1-1-1,1 1 1,-1 0 0,0-1 0,0 1 0,1 0 0,-1 0 0,0 0 0,-1 0 0,1 0 0,0 0-1,0 0 1,0 4 0,0 5 54,0 0 0,0-1 0,-1 1 0,0-1 0,-1 1 0,0 0 0,-1-1-1,0 1 1,-5 12 0,-7 15 223,-19 41 1,15-39-118,-147 402 834,145-371-987,3 0 0,4 1-1,3 0 1,-2 108 0,12-151-203,1 0 0,2 1 1,1-1-1,2 0 0,0-1 1,2 1-1,21 49 0,-24-67 85,1-1 0,0 0 0,0 0 0,1-1 0,0 1 0,1-2 0,0 1 0,0-1 0,17 13 0,-18-17 34,1 1 0,0-1 0,0 0 0,0-1 0,0 0 0,0 0 0,1-1 0,-1 0 0,1 0 0,0-1 0,-1 0 0,1-1 0,0 0 0,12-1 1,-1-3-33,1 0 0,-1-1 0,0 0 1,-1-2-1,0-1 0,0 0 0,0-1 1,17-12-1,9-8-85,78-66 0,-45 24 244,-3-3 0,-3-4 0,96-134 0,-166 208-44,0 1 0,-1 0 1,1 0-1,-1-1 0,1 1 0,-1-1 1,0 1-1,0-1 0,0-5 0,1 0 40,-23 20 109,12-4-145,0 0-1,1 1 1,0 0-1,1 1 1,0 0-1,0 0 1,1 0 0,0 1-1,1-1 1,0 2-1,0-1 1,1 0-1,0 1 1,1 0-1,-2 15 1,-2 8 13,2 1 0,2 0 0,2 60 0,1-81-38,2-1-1,0 0 0,0 1 0,1-1 1,1 0-1,0 0 0,1-1 0,0 1 1,1-1-1,1 0 0,0-1 0,0 1 0,1-1 1,0-1-1,1 1 0,1-2 0,-1 1 1,1-1-1,1-1 0,0 0 0,15 9 0,-5-5-49,0-1 0,1-1 0,0-1-1,0-1 1,1-1 0,0-1 0,0-1-1,0-1 1,1-1 0,0-1 0,33-2-1,-4-4-48,0-3-1,-1-3 0,0-1 0,-1-3 0,78-32 0,233-130-200,-248 110 238,129-99 0,89-99 161,-213 162 561,174-195 1,-124 122 892,-169 174-1484,1 0 0,0 0 0,0 1 1,-1-1-1,1 0 0,0 0 0,0 0 1,0 1-1,0-1 0,0 0 0,0 1 1,0-1-1,0 1 0,0-1 0,0 1 1,0 0-1,0-1 0,2 1 0,-2 1-17,0 0-1,-1 0 0,0 0 1,1 1-1,-1-1 1,0 0-1,1 0 0,-1 0 1,0 1-1,0-1 1,0 0-1,0 0 0,0 1 1,0-1-1,-1 2 0,-3 21 154,-1 0-1,0 0 1,-2-1 0,-1 0-1,-20 41 1,-1 4 26,3 8-299,3 2 0,3 0 0,4 1 0,-9 108 0,20-136-591,-13 206-2691,20-129-1190,13-1-4138,-6-86 1009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25:22.55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0 329 10421,'6'-23'411,"-5"16"-117,1 0 1,-1-1 0,1 1 0,1 0-1,-1 0 1,1 1 0,1-1-1,-1 0 1,1 1 0,0 0 0,1 0-1,-1 0 1,1 0 0,0 1 0,1 0-1,-1 0 1,1 0 0,10-6 0,1 2 129,0 1 0,1 1 0,0 0 0,0 2 1,1 0-1,21-3 0,121-9 583,-85 11-646,246-29 583,-29-9-226,-130 16-276,-159 28-364,-28-2 109,12 3-162,0 0 1,-1 1-1,1 1 0,0 0 0,0 1 0,1 0 1,-1 0-1,1 2 0,-21 11 0,19-9-8,1 1 0,-1 0-1,1 1 1,1 0 0,0 0 0,1 1-1,-19 25 1,22-25-21,1 0 0,0 1 0,1-1-1,0 1 1,0 0 0,1 1 0,1-1 0,0 1-1,1-1 1,1 1 0,-1 0 0,2 0 0,0 0 0,1 0-1,3 22 1,1-15-114,0-1-1,1 0 1,2 0-1,0-1 1,0 0-1,2 0 1,0-1-1,1 0 1,20 23-1,-7-11-401,2-1 1,2-1-1,0-2 0,2 0 1,0-2-1,35 19 0,-48-31 229,1-1-1,1-1 0,0-1 0,0-1 0,1 0 0,-1-1 1,1-2-1,1 0 0,-1-1 0,0-1 0,1 0 1,40-4-1,85-27-389,-92 17 777,74-9-1,173 21 117,-219 2-923,29 1-4306,-53 1-834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28:45.18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1075 70 9809,'-22'-38'2074,"21"36"-1758,-1 0 1,1 0-1,-1 0 1,1 0-1,-1 0 0,0 0 1,0 1-1,1-1 1,-1 1-1,-1-1 0,1 1 1,-2-1-1,-1 0-65,0 0 0,1 1 0,-1 0 0,0 0 0,0 1 0,0-1-1,-7 1 1,7 0 122,-10 0 34,0 1 0,-1 1 0,1 0 0,0 1-1,0 0 1,1 1 0,-28 12 0,-97 57 1749,104-53-1787,-37 23 259,3 2 1,1 4-1,3 3 1,-67 68 0,101-88-471,1 1 1,2 2 0,1 0-1,2 2 1,-27 52 0,43-70-122,0 0 0,1 0-1,1 1 1,1 0 0,1 0 0,1 0-1,0 1 1,2 0 0,0-1 0,2 1 0,0 0-1,1 0 1,5 28 0,-4-41-29,1 1 0,0-1 0,0 1 0,0-1-1,1 0 1,0 0 0,1-1 0,0 1 0,0-1 0,1 0 0,-1-1 0,1 1 0,1-1-1,-1 0 1,1 0 0,0-1 0,1 0 0,-1 0 0,1-1 0,12 5 0,-8-4-3,1-1 1,0 0-1,0-1 1,0 0-1,0-1 1,0 0-1,1-2 1,-1 1-1,0-1 1,1-1-1,-1-1 1,0 0-1,14-4 1,11-5-1,0-3 0,63-31 0,67-50 8,41-19 55,-206 113-61,0-1 1,0 1 0,0 0 0,-1 0 0,1 0-1,1 0 1,-1 0 0,0 1 0,0 0-1,0-1 1,0 1 0,0 0 0,0 0-1,0 1 1,1-1 0,-1 1 0,0 0 0,0-1-1,0 1 1,0 1 0,-1-1 0,1 0-1,0 1 1,0-1 0,-1 1 0,1 0-1,-1 0 1,1 0 0,-1 0 0,0 0 0,0 1-1,0-1 1,0 0 0,0 1 0,0 0-1,-1-1 1,0 1 0,2 3 0,3 8 19,-1 1 0,0 0 0,-1 0 0,0 0 0,-2 0 0,2 18 0,0 26 27,-3-1 1,-11 104 0,-38 116 37,22-178-104,-3-1-1,-83 184 0,41-138-350,-106 157 0,-43 11-461,181-265 499,47-77-110,4 2 351,1 0 0,1 2 0,31-43 0,-9 17-39,48-79-75,209-308-258,35 24 220,-42 120 294,-208 221 372,161-113 0,-217 171-250,1 1-1,0 1 1,1 1-1,0 1 1,45-13-1,-62 22-124,0 0-1,0 0 1,0 1-1,0 0 1,0 1-1,0-1 1,0 1-1,0 1 1,0-1-1,1 1 1,-1 1-1,0-1 1,-1 1-1,1 0 1,0 1-1,0 0 1,-1 0-1,0 0 1,1 1-1,-1 0 1,-1 0-1,1 0 1,-1 1-1,1 0 1,8 10-1,-5-1 21,0 0 0,-1 0 0,-1 1 0,0 0 0,-1 1 0,-1-1 0,0 1 0,-1 0 0,0 0 0,-2 1 0,0-1 0,-1 1 0,-1 24 0,-3 16 44,-2 1-1,-20 83 1,-43 161-1914,16-104-4321,39-145 1867,9-22-1449,4-9-4434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28:45.33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38 121 12413,'-37'-54'1980,"40"39"-280,0 0 917,4-4-1753,0 1 312,10 27-976,16 13-548,-3-1-644,7 6-672,0 3-581,6 6-2331,1 9-3565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28:45.49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313 0 13341,'-113'142'6021,"97"-119"-4597,2 1 0,0 0 0,1 1 0,-14 43 0,1 19 1141,-19 123 0,6 92-1772,33-130-2952,15 1-3609,-7-153 3503,8 36 0,5-8-3490,8 4-5454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28:45.66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128 435 15625,'-104'-66'3157,"91"41"-493,3-2-200,17 3-436,19-12-455,15 9-357,29 3-220,27 3-224,20 0-468,41-1-500,29 1-808,31-3-552,23 0-773,20-3-879,14 3-3433,6 3-6240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28:49.16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767 510 10445,'-2'-4'246,"0"0"0,1 0-1,-1 0 1,1 0 0,0 0 0,0 0 0,0 0 0,0 0-1,0-7 1,3 2 777,-1 0 0,1 1 0,1-1 0,4-12 0,-1 5-547,0-1 0,1 1 0,1 1 1,1-1-1,0 2 0,0-1 1,2 1-1,21-23 0,-4 11-21,2 0 1,1 2-1,1 2 1,1 0-1,1 3 0,0 0 1,2 2-1,63-20 0,-68 28-350,-1 1 1,1 2-1,0 1 0,1 1 0,-1 2 0,1 1 0,-1 2 0,1 1 0,-1 1 1,1 2-1,38 10 0,-53-10-80,-1 1-1,0 0 1,-1 1 0,1 0 0,-1 1 0,-1 1-1,0 0 1,0 2 0,0-1 0,-2 1-1,22 24 1,-26-25-12,-1 0 0,-1 0 0,1 0-1,-2 1 1,0 0 0,0 0 0,-1 0-1,0 1 1,-1 0 0,0-1 0,-1 1 0,0 0-1,-1 0 1,0 0 0,-1 0 0,-1 0-1,-2 20 1,-3-6-2,0 0-1,-2 0 1,-1-1 0,-1 0-1,-1 0 1,-1-1 0,-1-1-1,-2 0 1,0-1-1,-26 29 1,-15 12 43,-4-4 0,-66 52 1,-561 416 490,169-140-40,451-335-464,22-18 40,1 2 0,-58 60-1,97-91-66,0 1-1,0 1 1,0-1-1,1 1 1,0 0 0,0 0-1,-3 10 1,6-15-12,1-1 1,-1 1-1,1 0 1,0 0-1,-1 0 0,1 0 1,0 0-1,0 0 1,0 0-1,0 0 1,1 0-1,-1 0 1,0 0-1,1 0 1,0 0-1,-1 0 0,1-1 1,0 1-1,0 0 1,0 0-1,0-1 1,0 1-1,0 0 1,1-1-1,-1 0 0,0 1 1,1-1-1,-1 0 1,1 1-1,0-1 1,-1 0-1,1 0 1,2 1-1,6 2-18,1-1-1,0 1 1,0-2 0,0 0-1,0 0 1,0-1 0,0 0-1,0 0 1,1-2-1,12-1 1,57-5-674,1-3 1,-2-4-1,85-26 0,233-92-4092,-111 12-4406,-152 57-915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28:49.35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581 0 12665,'-23'13'996,"0"0"0,0 1 0,1 1 1,1 1-1,1 1 0,0 1 0,1 1 0,1 1 0,-23 32 0,2 10-182,2 2 1,4 1-1,2 2 0,3 1 0,3 1 0,-19 87 1,4 37 1405,-17 208 1,47-303-4041,3 112 0,9-157 232,2-1 1,3 1 0,23 94-1,-23-126-901,0 1 0,12 22 0,28 34-9837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28:50.08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2395 197 13561,'-1'-8'346,"-1"-1"-1,1 1 1,-2 0 0,1 0-1,-1 0 1,-1 0 0,1 0-1,-1 1 1,-1-1-1,1 1 1,-1 0 0,-1 1-1,1-1 1,-1 1 0,0 0-1,0 0 1,-1 1-1,0 0 1,0 0 0,-11-5-1,-4 1 149,-1 0-1,-1 2 1,0 1-1,0 0 0,0 2 1,0 1-1,-1 1 1,-29 1-1,-10 4 514,-125 21-1,82-2-168,1 6 0,-196 78 0,149-38-54,-176 108-1,242-123-627,3 4 0,2 3 1,3 4-1,2 4 0,4 2 0,-83 102 0,130-138-74,2 1 0,-34 63 0,50-82-83,0 0 1,2 1 0,0 0 0,0 0 0,2 0 0,0 0 0,1 1 0,-1 34 0,4-46-7,0-1 1,1 1-1,-1-1 0,1 1 0,0-1 0,1 0 0,-1 1 0,1-1 0,0 0 0,0 0 1,1 0-1,0 0 0,0 0 0,0-1 0,0 0 0,1 1 0,-1-1 0,1 0 0,0 0 1,0-1-1,1 1 0,-1-1 0,1 0 0,0 0 0,6 2 0,-1-1-14,0-1-1,-1 0 0,1-1 1,0 0-1,1-1 1,-1 0-1,0 0 0,0-1 1,1 0-1,-1-1 1,0 0-1,19-5 0,6-5-36,1-1 0,-1-1 0,47-27 0,97-65-160,-139 80 167,130-83-142,-28 16 57,210-100 0,-336 184 125,0 1 1,1 0 0,0 2 0,0-1-1,33-4 1,-47 10 13,0-1 0,0 1 0,0 0 0,-1 1 0,1-1 0,0 0 0,0 1 0,0 0 0,0-1 0,-1 1-1,1 0 1,0 0 0,-1 1 0,1-1 0,-1 1 0,0-1 0,1 1 0,3 3 0,-3-2 6,-1 0 0,0 1 1,0-1-1,0 0 0,-1 1 0,1-1 0,-1 1 1,0-1-1,0 1 0,0 0 0,0 0 0,0 5 1,0 8 33,-2 0 0,0 0 0,-1 0 0,0-1 1,-7 23-1,-12 35 76,-4-1-1,-3-1 1,-63 116 0,-141 192 27,-369 482-912,460-668-781,139-192 1437,0 1 0,1-1 0,-1 1 0,1 0 0,0-1 0,0 1 0,0 0 0,0 0 0,0 0 0,1 0 0,-1 3 0,1-5 75,0-1-1,0 1 1,0-1-1,0 1 1,0-1-1,1 1 1,-1-1-1,0 1 1,0-1-1,1 1 1,-1-1-1,0 1 1,0-1-1,1 0 1,-1 1-1,0-1 1,1 1-1,-1-1 1,1 0-1,-1 1 1,0-1-1,1 0 1,0 1-1,21 0-578,-6-6 416,-1-1-1,0 0 1,1-1 0,-2-1-1,16-10 1,-7 4 17,287-167-1110,419-225 3302,-726 404-1991,212-93 1672,-192 86-1429,0 2 0,0 1 0,1 0 0,0 2-1,1 1 1,-1 1 0,37 1 0,-55 1-195,1 1 0,-1 0 0,1 0-1,-1 0 1,0 1 0,1 0 0,-1 0-1,0 1 1,0 0 0,0 0 0,0 0-1,-1 0 1,1 1 0,6 7 0,-8-7-49,-1 0 1,1 0 0,-1 1 0,-1 0 0,1 0 0,0 0 0,-1 0 0,0 0 0,0 0-1,-1 0 1,1 1 0,-1-1 0,0 1 0,-1-1 0,1 1 0,-1-1 0,-1 7 0,-2 20-1252,-2-1 0,-1 0 1,-17 51-1,1-1-5267,20-57-6,5-1-4280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28:50.22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64 115 13601,'-10'-61'1884,"-7"49"-371,10-9-313,1 0 872,-8 30-3336,4 0-372,10 18-533,10 28-2235,10-7-3409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28:50.39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1240 9 11201,'-64'-9'4520,"62"9"-4308,1 1 0,-1-1 0,1 0 0,0 1 0,-1-1 0,1 1 0,0-1 0,-1 1 0,1-1 0,0 1 0,0 0 0,-1 0 0,1 0 0,0 0 0,0 0 0,0 0 0,0 0 0,0 1 0,-4 3 461,-14 14 200,1 0-1,1 1 1,1 1 0,1 1 0,-17 31-1,12-21-268,-174 329 2988,25 16-2068,31-66-1412,-99 175-3832,68-170-3537,108-199 553,19-14-4121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28:50.57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64 184 14669,'-53'-69'3009,"46"50"-573,4 1-524,26-3-484,24-3-180,13 9-256,27 6-288,31 0-564,29 9-732,14 3-548,16 3-752,24 6-696,14-9-636,19 6-1829,17-3-4012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28:51.68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1991 70 7909,'3'-33'944,"0"12"2192,-3 5 4717,-24 33-5368,4 1-1747,1 1 0,1 0 0,-29 40 0,-45 81 957,56-83-1116,-5 7-33,-221 331 1743,-283 330-315,-167 240-1663,701-948-347,-25 35-285,1 2 1,-49 106-1,81-154 253,1 0 0,0-1 0,0 1 0,0 0 0,1 1 0,0-1 0,0 0 0,0 12 0,2-16 34,-1 0 1,0-1-1,1 1 1,-1 0-1,1 0 1,0-1-1,0 1 1,-1 0 0,1-1-1,0 1 1,0-1-1,1 1 1,-1-1-1,0 0 1,0 1-1,1-1 1,-1 0-1,1 0 1,-1 0 0,1 0-1,-1 0 1,1 0-1,0-1 1,-1 1-1,1 0 1,0-1-1,0 1 1,-1-1 0,1 0-1,0 1 1,0-1-1,3 0 1,10-1-173,-1 0 0,1 0 0,-1-2 0,0 1 1,0-2-1,0 0 0,26-11 0,-29 10 101,460-217-2445,-253 110 1901,-116 62 414,172-82-301,-193 97 350,120-33 1,-171 60 181,0 1 0,0 1 0,0 1 0,1 2 0,-1 2 0,42 2 1,-59 0 66,-1 1 0,1 0 0,-1 1 0,1 0 1,-1 1-1,0 1 0,0-1 0,-1 2 1,0 0-1,0 0 0,0 1 0,0 1 1,-1 0-1,-1 0 0,1 1 0,-1 0 1,12 16-1,-11-10 99,0 0-1,-1 1 1,-1 0 0,0 0 0,7 27-1,19 90 590,-26-98-605,24 136 366,21 81 77,-51-245-624,1 0 0,0 1 0,0-2 0,0 1 1,1 0-1,0-1 0,1 1 0,-1-1 0,1 0 0,1-1 0,-1 1 0,1-1 0,0 0 0,0 0 0,0-1 0,1 0 0,-1 0 0,1 0 0,0-1 1,0 0-1,0-1 0,1 1 0,-1-1 0,1-1 0,-1 1 0,10-1 0,6 1-192,0-1-1,0-2 1,0 0 0,0-1 0,-1-2-1,1 0 1,37-13 0,-6-2-552,102-53 1,43-42-536,-178 101 1188,111-74-604,-3-5-1,124-117 1,-221 180 661,-1-2 0,-2-1 0,-1-1 0,-1-2 0,-3 0 0,27-50 0,-17 0 0,-33 83 106,11-24-37,-10 29 16,0 0 0,0 0 0,0 1 0,0-1 0,-1 1 0,1-1 0,-1 1 0,0-1 0,0 1 0,0 0 0,-1 0 0,1-1 0,-1 1 0,0 0 0,0 0 0,0-1 0,-1 1 0,0 4 0,-2 14 61,-10 37 0,11-53-58,-66 197 261,-4 19-203,66-198-50,-14 69-101,19-86 61,0 0 0,1-1 0,-1 1 0,1 0 0,0-1 0,1 1 0,0 0 0,0-1 0,0 1 0,5 11 0,-5-17 11,-1 1 0,1-1-1,0 1 1,0-1 0,0 0 0,0 1 0,0-1-1,0 0 1,0 0 0,0 0 0,0 0-1,1 0 1,-1 0 0,0 0 0,1 0-1,-1 0 1,1-1 0,-1 1 0,1-1-1,-1 1 1,1-1 0,2 1 0,-1-1 1,0 0 0,0 0 0,0-1 0,0 1 0,0-1 0,-1 0 1,1 0-1,0 0 0,0 0 0,-1 0 0,5-3 0,5-4 17,0-1-1,-1-1 1,19-19-1,-27 27-9,93-111 499,-72 81-75,2 1-1,2 2 1,61-53 0,-89 82-427,1-1 13,0 0 0,0 0 0,0 0 1,0 1-1,0-1 0,1 0 0,-1 1 0,0-1 1,0 0-1,1 1 0,-1 0 0,0-1 1,1 1-1,-1 0 0,1 0 0,-1-1 1,0 1-1,1 0 0,-1 1 0,1-1 0,-1 0 1,0 0-1,1 0 0,-1 1 0,0-1 1,1 1-1,-1-1 0,0 1 0,0 0 1,1-1-1,-1 1 0,0 0 0,2 1 0,7 4 77,0 1 0,-1 0 0,0 0 0,0 1-1,0 0 1,-1 0 0,0 1 0,-1 0 0,12 19 0,14 28 29,9 15 56,60 77 0,-87-129-163,1-1 0,1 0 0,1-1 0,0 0 1,1-2-1,0 0 0,1-1 0,36 17 0,-48-27-15,1 0 0,1-1 1,-1 0-1,0 0 0,1-1 0,-1-1 0,1 0 0,0 0 0,0 0 1,-1-2-1,20-1 0,-16-1-3,-1 0 0,1-1-1,-1 0 1,0-1 0,0 0 0,0-1 0,21-15 0,-2-3-20,0-2-1,-2-2 1,-1 0-1,44-61 1,810-937-2498,-596 743 2163,485-371 0,-723 618 537,5-7 186,3 3 0,2 2 0,68-33 0,-126 71-358,0 0 1,0 0-1,0 1 0,0-1 0,0 0 0,0 0 1,0 0-1,0 0 0,0 0 0,0 0 1,-1 0-1,1 0 0,0 1 0,0-1 0,0 0 1,0 0-1,0 0 0,0 0 0,0 0 0,0 0 1,0 0-1,0 1 0,1-1 0,-1 0 1,0 0-1,0 0 0,0 0 0,0 0 0,0 0 1,0 0-1,0 1 0,0-1 0,0 0 1,0 0-1,0 0 0,0 0 0,0 0 0,1 0 1,-1 0-1,0 0 0,0 0 0,0 0 1,0 0-1,0 0 0,0 0 0,0 0 0,0 1 1,1-1-1,-1 0 0,0 0 0,0 0 1,0 0-1,0 0 0,0 0 0,0 0 0,0 0 1,1 0-1,-1 0 0,0-1 0,0 1 1,0 0-1,0 0 0,0 0 0,0 0 0,0 13 185,-2-1-1,0 1 0,0-1 1,-1 0-1,0 0 0,-1 0 1,-1 0-1,-11 20 0,-62 92 621,47-79-544,-208 323 948,23 16-438,165-277-771,-62 191 1,89-215-277,4 0 0,3 1 1,-6 99-1,18-112-174,3 1-1,9 90 1,-5-140 325,1 0 0,1 0 0,0 0 0,2-1 0,1 0 0,0 0 0,2 0-1,0-1 1,2 0 0,0-1 0,21 28 0,-26-40 75,1 1 1,1-1-1,-1 0 0,1-1 1,0 0-1,1 0 0,0-1 0,-1 0 1,2 0-1,-1-1 0,0 0 0,1-1 1,0 0-1,0-1 0,0 0 1,0 0-1,0-1 0,0 0 0,20-1 1,-15-2 15,1-1 1,-1 0 0,0 0 0,-1-2 0,1 0 0,-1 0-1,0-2 1,0 0 0,0 0 0,-1-1 0,-1-1 0,20-16-1,-7 1 166,0 0-1,-2-2 1,-1-1-1,-2-1 1,0 0 0,-2-2-1,-1 0 1,-1-1-1,-2-1 1,-1 0-1,-1 0 1,-2-2-1,-2 1 1,-1-1-1,4-44 1,-10 46 102,-1-1 1,-1 1-1,-2 0 1,-2 0-1,-15-59 1,15 71-159,-2 1 0,-1 0 1,0 0-1,-1 0 0,-1 1 1,-1 0-1,-1 1 0,0 0 1,-1 1-1,-17-16 0,25 26-91,-1 1 1,0 1-1,0-1 0,0 1 1,-1 0-1,0 0 0,1 1 1,-1 0-1,-8-3 0,11 5-92,0 0 1,-1 1-1,1-1 0,0 1 1,0 0-1,0 0 0,-1 0 1,1 0-1,0 1 0,0 0 1,0 0-1,0 0 0,0 0 0,0 1 1,0-1-1,0 1 0,-5 3 1,-2 3-649,0 0 0,1 0 1,0 1-1,0 0 0,0 1 1,2 0-1,-15 21 0,18-23-216,0 0-1,1 0 0,0 0 0,0 1 0,1 0 0,0 0 0,-2 11 0,4-6-2036,0-1 0,2 25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28:51.86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30 11461,'46'-30'3060,"-25"30"-1980,5 9-219,-6 15-245,-6 13-308,-4 17-804,-7 15-669,-3 9-431,-10 10-2476,-17 14-3001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28:51.97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34 1 5448,'-33'0'1253,"43"12"-297,0-3-104,13-6-228,-3 0-532,10 0-852,27 0-1688,7 0-585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28:52.11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1 124 9365,'107'-87'2076,"-57"69"-104,-6 5-176,3 10-323,3 0-269,7 6-272,13 7-216,11 5-144,6 9-104,3 6-368,11 12-720,3 0-968,-4 16-945,11 8-2123,6-3-3637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35:42.94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104 320 10405,'48'-137'2322,"-45"130"-1903,0-1 1,-1 0 0,0 0-1,-1 0 1,1 0 0,-1 0-1,-1 0 1,0 0 0,0 0-1,0-1 1,-1 1 0,0 0-1,-1 0 1,0 0 0,-3-7-1,-6-32 4300,-4 67-2820,8-5-1602,0 0 1,1 0-1,1 0 0,0 0 1,-3 23-1,-10 91 849,12-81-794,-9 67 261,-29 273 813,36-272-1052,10 158 0,6-198-359,5 1 1,2-1-1,4-1 0,39 101 1,-49-150-260,1 0 0,2 0 0,1-1 0,0-1 0,2 0 0,1-1 0,1-1 0,1 0 1,1-1-1,0-1 0,2-1 0,0-1 0,1-1 0,29 18 0,-42-30 73,-1-1 1,1 0 0,-1 0-1,1-1 1,0 0-1,1 0 1,-1-1-1,0-1 1,1 1-1,-1-2 1,1 1-1,-1-1 1,1-1-1,-1 1 1,19-5-1,-21 2 35,0 1-1,0-1 1,0 0 0,-1-1-1,1 0 1,-1 0-1,0 0 1,0-1-1,0 0 1,0 0 0,-1 0-1,0-1 1,0 1-1,-1-1 1,0-1 0,0 1-1,0-1 1,0 1-1,-1-1 1,3-10-1,-1 1-90,-1 1 0,-1-1-1,-1 0 1,0 0-1,-1 0 1,0 0 0,-1 0-1,-5-29 1,-5-11-294,-19-63 1,21 89 374,-1-4 6,-10-33-130,-10-77 0,27 124 269,0 1 1,1-1-1,0 1 0,2-1 0,1 1 1,0 0-1,1-1 0,11-34 1,-9 42 4,0 0-1,1 1 1,1 0 0,0 0 0,1 0 0,0 1 0,0 0-1,1 0 1,0 1 0,1 0 0,0 1 0,0 0 0,1 0-1,0 1 1,0 1 0,1 0 0,13-5 0,6-1 76,0 2 0,1 1 1,0 2-1,0 1 0,54-3 0,-31 7 135,0 2-1,-1 3 0,1 2 1,-1 3-1,0 2 0,-1 2 1,0 3-1,-1 2 0,-1 2 1,78 41-1,-107-48-28,-1 1 0,1 1 1,-2 1-1,0 1 0,-1 1 0,18 20 0,-28-27-44,-1 1 0,0-1 0,-1 2 0,0-1 0,0 1 0,-1 0 0,-1 0 0,0 1 0,-1-1 0,0 1 0,-1 0 0,0 1 0,1 13 0,-4-3 82,0 1 0,-1-1 0,-2 1 0,0-1 1,-2 0-1,-7 25 0,-57 138 570,10-34-515,57-146-389,0-1-1,1 1 0,-1 0 1,1-1-1,0 1 0,1 0 1,0 0-1,0-1 1,0 1-1,1 0 0,0 0 1,0-1-1,1 1 0,0 0 1,0-1-1,5 10 1,-6-13-63,2 1 0,-1-1 0,0 0 0,1-1 0,-1 1 0,1 0 0,0-1-1,0 1 1,0-1 0,0 0 0,0 0 0,0 0 0,5 1 0,-3-1-163,1 0 0,-1-1 0,1 0 0,0 0 0,-1 0 0,1-1 0,0 0 0,0 0-1,-1 0 1,10-2 0,7-3-313,-1 0 0,-1-1 0,1-1 0,-1-1 0,0-1 0,-1-1 0,0-1 0,27-19 0,10-14 252,64-65-1,-1 0 4191,-93 93-2497,-25 16-1233,0-1 0,0 1 0,0 0 0,0 0 0,0 0 1,0-1-1,0 1 0,0 0 0,-1 0 0,1 0 0,0 0 0,0 1 0,0-1 0,0 0 0,0 0 0,0 0 0,1 1 0,0 1 15,0 0 0,0 1 0,0-1-1,0 0 1,0 0 0,-1 1-1,1-1 1,-1 1 0,0-1 0,0 1-1,0 0 1,0-1 0,0 1-1,0 6 1,4 9-384,-2 0 1,3 35-1,-5 12-4027,2-20-464,6-7-2801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35:43.09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46 10857,'26'-33'1456,"-9"24"1224,0 6-2252,6 3-504,-9 3-496,-1 6-416,4 3-536,3 3-2060,-3 6-2109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35:43.25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403 0 8401,'-47'45'2916,"20"22"-432,-6-13 8,9 12 89,1 7-401,-1 5-372,1 9-356,-4 4-244,4 5-284,-8-2-224,5-4-355,12 1-806,-6-1-451,0-6-536,0-14-736,10-16-704,0 0-2941,10-2-4956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35:43.41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41 142 15285,'-40'-27'3065,"40"3"-677,27 3-396,6 6-388,24 0-340,10 3-304,20 2-316,24 1-600,23 3-800,10 6-616,10 0-724,-3-3-708,-1 3-3197,8 3-5232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35:44.27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1063 329 11893,'3'-56'875,"-1"31"113,-2 0 0,-3-40-1,2 57-619,1-1 0,-2 1 0,1 0 0,-1 1 0,-1-1 0,1 0 0,-1 0 0,-1 1 0,1 0 0,-7-9 0,7 11-170,-1 1 1,0-1-1,-1 1 0,1 0 0,-1 0 0,0 0 0,0 1 0,0 0 0,0 0 0,0 0 0,-1 0 0,1 1 0,-1 0 0,-8-2 0,-5 0 113,0 1 0,0 1 0,0 1-1,0 1 1,-1 0 0,1 1 0,0 2 0,0 0 0,0 0 0,1 2-1,-28 10 1,9 0 109,1 1 0,0 1 0,1 2-1,-52 39 1,43-25-134,2 2 0,2 2 0,2 1-1,1 2 1,-53 75 0,66-79-182,1 2 0,2 1 0,1 0 1,2 2-1,3 0 0,0 0 0,-12 65 1,23-80-118,0-1 0,1 1 1,2-1-1,1 1 0,1-1 1,1 1-1,1-1 0,1 1 1,1-1-1,1-1 0,2 1 1,0-1-1,2 0 1,1-1-1,0 0 0,2-1 1,0 0-1,2-1 0,0 0 1,1-1-1,1-1 0,1-1 1,1 0-1,1-2 0,32 22 1,-23-21-113,1-1 0,1-1 0,0-2-1,1-2 1,0-1 0,1-1 0,0-1 0,0-2 0,1-2 0,0-1 0,49-2 0,-35-4 23,1-2 1,-2-2-1,1-2 1,-1-2-1,0-2 0,-2-2 1,64-31-1,247-149 166,-224 117 493,-58 32-142,39-20 269,-110 64-655,0 1 1,1-1 0,-1 1 0,1-1-1,-1 1 1,1 0 0,0 1-1,0-1 1,-1 0 0,1 1-1,0 0 1,0 0 0,0 0 0,-1 1-1,1-1 1,0 1 0,0 0-1,-1 0 1,5 2 0,-6-2-12,1 1 0,0 0 0,0 0 0,-1 1 0,1-1 0,-1 1 0,0-1 1,0 1-1,0 0 0,0 0 0,0-1 0,0 1 0,-1 1 0,0-1 0,1 0 0,-1 0 0,0 0 0,-1 1 1,1-1-1,0 1 0,-1 3 0,2 21-34,-1 1-1,-1-1 1,-7 56 0,-27 85-2167,14-75-2867,5-2-4484,12-69-1847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35:44.44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0 121 11165,'27'-45'2492,"-27"21"-168,7 6-55,0 3 971,13 6-2132,-4 0-344,11 27-44,13 9-220,-3 3-640,0 12-296,-3 7-548,-11 11-720,-10 9-596,-13 19-3369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35:44.60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1 522 13801,'60'-37'1984,"-6"16"-263,-11 0-381,4-3-316,7 0-72,9 6-380,18-12-272,9-3-368,11-7-640,13-2-668,13-6-564,3-9-885,8-7-1435,13 1-3273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35:44.75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952 1 8317,'-22'19'1175,"1"1"0,0 0 0,2 2 0,0 1 0,-28 45 0,22-31-29,-175 280 3700,-18 27-3898,151-252-1857,-95 135-1786,60-69-5544,74-107 759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35:44.97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757 29 11193,'25'-25'1950,"-25"25"-1922,0 0 1,0 0-1,1 0 1,-1-1-1,0 1 1,0 0-1,0 0 1,0 0-1,0 0 1,0-1-1,0 1 1,0 0-1,0 0 1,0 0-1,0 0 1,1 0-1,-1-1 1,0 1-1,0 0 1,0 0-1,0 0 1,0 0-1,1 0 1,-1 0-1,0 0 1,0 0-1,0-1 1,0 1-1,0 0 1,1 0-1,-1 0 1,0 0-1,0 0 1,0 0-1,1 0 1,-1 0-1,0 0 1,0 0-1,0 0 1,0 0-1,1 0 1,-1 0-1,0 1 1,0-1-1,0 0 1,0 0-1,1 0 1,-1 0-1,0 0 1,0 0-1,0 0 1,0 0-1,0 0 1,1 1-1,-1-1 1,0 0-1,0 0 1,0 0-1,0 0 1,0 1-1,8 9 728,8 9 267,0 2 0,-2 0 0,21 40-1,-10-6-591,-3 0-1,-2 2 1,-2 1-1,10 64 0,-21-76-321,-2-1 0,-2 1 0,-2 0-1,-2 0 1,-2 0 0,-9 46-1,2-43-46,-2-1 0,-3-1-1,-1 0 1,-3-1-1,-1-1 1,-3-1-1,-1-1 1,-2-1-1,-34 40 1,12-23-170,-2-3 1,-3-2-1,-2-3 0,-2-1 0,-81 51 1,74-59-3296,-92 44 0,92-54-42,-18 17-5931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35:45.40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553 1 10605,'-5'3'2042,"-9"7"-804,0-1 0,-26 12 0,27-15-653,0 1-1,0 0 0,0 1 1,1 0-1,-22 20 0,-4 14 417,2 1-1,2 2 0,3 2 1,1 1-1,-26 56 0,25-36-466,2 2 0,4 2 0,-22 95 0,38-125-620,3 1-1,1-1 1,1 1 0,3 0-1,2-1 1,1 1-1,14 70 1,-9-78-784,2-1 1,2-1-1,1 0 0,1 0 1,2-1-1,1-1 0,2-1 0,1 0 1,41 49-1,3-13-5053,7-14-3787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35:46.01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31 37 6905,'-30'-9'12293,"66"-11"-9575,-23 17-2453,1 1-1,-1 1 1,1 0-1,0 0 1,19 3-1,77 14 327,-49-7-759,83 5-3779,-88-9-3089,-32-2-2923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35:38.84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 0 8173,'-8'11'1393,"-1"2"8043,9-11-9332,0-1 1,1 0-1,-1 0 0,0 1 1,0-1-1,1 0 1,-1 0-1,1 1 0,-1-1 1,1 0-1,-1 0 1,1 0-1,0 0 0,-1 0 1,1 0-1,0 0 1,0 0-1,0 0 0,0 0 1,0 0-1,0-1 1,0 1-1,0 0 0,0-1 1,0 1-1,0 0 1,0-1-1,2 1 0,42 7 1678,-19-5-1197,563 110 3533,299 41-3473,-526-93-286,2155 309 682,-2473-364-988,178 13 176,-217-19-215,-10 1-112,-24 7-169,20-6-426,0 0 1,-1 0-1,1 1 1,0 1 0,-16 8-1,24-12 472,0 1 1,0 0-1,1 0 0,-1 0 0,0 0 1,0 0-1,0 0 0,1 0 0,-1 0 1,0 0-1,1 1 0,-1-1 0,1 0 1,0 0-1,-1 0 0,1 1 0,0-1 1,0 0-1,0 0 0,0 1 1,0-1-1,0 0 0,0 1 0,0-1 1,0 0-1,1 2 0,0 1-617,0-1 0,0 1 0,0-1 0,1 1 0,0-1 0,-1 1 0,1-1 0,0 0-1,4 4 1,16 19-8172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35:39.54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50 112 11077,'-30'-8'1922,"28"8"-1648,1-1 0,-1 0 1,1-1-1,0 1 1,-1 0-1,1 0 1,0-1-1,0 1 1,0 0-1,0-1 1,0 1-1,0-1 1,0 1-1,1-1 1,-1 0-1,0 1 1,1-1-1,-1-3 1,1 4-164,1-1 1,-1 0-1,0 0 1,1 0-1,0 1 1,-1-1-1,1 0 1,0 1-1,0-1 1,0 1-1,0-1 1,0 1-1,0-1 1,0 1-1,1 0 1,-1-1-1,1 1 1,-1 0-1,0 0 1,1 0-1,2-1 1,2-1 154,0-1 0,1 2 0,-1-1 0,12-2 0,18-3 474,0 1 1,61-1-1,80 6 200,-133 3-736,906 31 1614,-271-4-1349,-659-28-479,986 32-1912,-832-20-868,-64 7-2341,-91-11-545,-21 5-3460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35:39.80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1111 43 9957,'0'-1'220,"0"-1"0,-1 0-1,1 0 1,-1 1 0,1-1 0,-1 0 0,0 1 0,0-1 0,1 0-1,-1 1 1,0-1 0,-1 1 0,1 0 0,0-1 0,0 1-1,-1 0 1,1 0 0,0-1 0,-1 1 0,1 0 0,-1 1 0,0-1-1,1 0 1,-1 0 0,0 1 0,1-1 0,-1 1 0,-3-1-1,1-1 393,1 1 1506,-20-2 1212,20 3-3170,1 0 1,-1 0-1,0 0 1,0 0-1,1 1 0,-1-1 1,0 1-1,1-1 1,-1 1-1,1 0 1,-1 0-1,1 0 0,-1 1 1,1-1-1,0 0 1,0 1-1,0 0 0,0-1 1,0 1-1,0 0 1,0 0-1,0 0 0,0 0 1,-1 4-1,-5 7 238,1 0 0,1 0 0,-8 22-1,-1 0 123,-98 170 840,-170 243-489,-31 33-1403,113-165-6399,177-268 1664,40-34-9763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35:40.13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110 1 11017,'-34'151'9455,"-10"66"-6888,38-174-2316,-18 199 748,23-209-928,1 0 1,2 0 0,1-1 0,1 1-1,12 41 1,-11-60-61,0 1-1,1-1 1,0-1-1,1 1 1,1-1-1,10 15 1,-12-21-43,0 1 0,1-1-1,-1-1 1,1 1 0,1-1 0,-1 0-1,1-1 1,0 0 0,0 0-1,14 6 1,-15-9 23,0-1 1,0 0-1,1 0 0,-1 0 0,0-1 0,0 0 0,0-1 0,0 0 1,1 0-1,-1 0 0,0-1 0,10-4 0,-8 4-24,0-1 17,-1 1 1,1-2 0,-1 1 0,0-1-1,0-1 1,0 1 0,0-1 0,-1-1 0,0 1-1,0-1 1,0-1 0,-1 1 0,0-1-1,0 0 1,-1 0 0,0-1 0,0 0 0,-1 0-1,0 0 1,0 0 0,-1 0 0,4-13-1,-4 10 10,-1-1-1,0 0 1,-1 0-1,0 0 1,-1 0-1,0 0 1,-1 0-1,0 0 1,-1 1-1,0-1 1,-1 0-1,-1 1 1,1-1-1,-2 1 1,1 0-1,-8-11 1,7 14 3,-6-12 2,-1 0-1,0 1 1,-2 0 0,0 1-1,-1 1 1,-1 0-1,-31-24 1,26 23-16,-7-4-82,-54-33 0,74 50 106,-3-2-859,0 1-1,0 0 1,0 0 0,-17-5-1,24 10-1742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35:40.47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841 33 14737,'-33'-27'2911,"26"21"-398,7 12-1630,1-1 1,0 1-1,0-1 1,1 0 0,3 9-1,5 21 609,-7-13-951,-2 0-1,0 0 1,-2 0 0,0 0-1,-1 0 1,-7 27-1,-42 132 1047,39-141-1373,-36 108-134,-2 3-13,-46 235 0,88-338-66,2 1 1,2-1-1,2 1 0,2 0 1,3 0-1,1-1 1,3 0-1,2 0 1,19 61-1,-25-100-10,-1 1-56,1-1 1,1 0 0,-1 0 0,2 0-1,-1-1 1,1 1 0,10 12 0,-3-12-183,-11-9 242,-1 0 0,0 0 1,1 0-1,-1 0 0,0 0 1,1 0-1,-1 0 0,0 0 0,1 0 1,-1 0-1,0 0 0,0 0 0,1 0 1,-1 0-1,0 0 0,1 0 0,-1 0 1,0 0-1,1-1 0,-1 1 1,0 0-1,0 0 0,1 0 0,-1-1 1,0 1-1,0 0 0,0 0 0,1 0 1,-1-1-1,0 1 0,0 0 1,0 0-1,1-1 0,-1 1 0,0 0 1,0-1-1,0 1 0,0 0 0,0-1 1,0 1-1,0 0 0,0-1 0,0 1 1,0 0-1,0 0 0,0-1 1,0 1-1,0 0 0,0-1 0,0 1 1,0 0-1,-1-1 0,1-10-39,-1 0 0,-1 0 0,0 0-1,-1 0 1,0 1 0,0-1 0,-1 1 0,-1 0-1,-7-13 1,-40-55-1144,-4 3-1,-125-129 1,156 178-299,-1 1 1,-48-33 0,59 47-72,0 1 1,-1 1-1,0 1 0,-1 0 0,0 1 1,-35-9-1,-3 10-7834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35:41.39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1051 294 5477,'0'0'11547,"0"-3"-11061,15-72 1092,-13 72-1374,-2-36 350,0 36-347,0 0-2,-4-67 1912,4 70-2108,1-1 0,-1 0 1,0 0-1,0 0 1,0 0-1,0 1 0,0-1 1,0 0-1,0 0 0,0 0 1,0 1-1,0-1 0,-1 0 1,1 0-1,0 0 0,0 1 1,-1-1-1,1 0 1,-1 1-1,1-1 0,-1 0 1,1 1-1,-1-1 0,1 0 1,-1 1-1,1-1 0,-1 1 1,0-1-1,1 1 1,-1-1-1,0 1 0,1-1 1,-1 1-1,0 0 0,0 0 1,1-1-1,-1 1 0,0 0 1,0 0-1,0 0 1,0 0-1,1 0 0,-1 0 1,0 0-1,0 0 0,0 0 1,1 0-1,-1 0 0,0 0 1,0 1-1,0-1 0,1 0 1,-1 1-1,0-1 1,0 1-1,-8 3 35,1 0 1,1 1-1,-1 0 0,-6 6 1,7-6-31,-73 56 139,23-16-76,-3-3-1,-93 51 0,90-62-1,-70 24-1,110-48-77,0 0 0,0-2 0,0 0 0,-1-2-1,0 0 1,0-2 0,-25-1 0,43 0 5,-2 0-1,-1-1 0,1 0 0,0 0 0,0-1 0,0 0 1,0 0-1,1-1 0,-1 0 0,-8-4 0,6 2 5,7 4-4,0-1 0,-1 1 0,1-1 0,0 0-1,0 0 1,0 0 0,0 0 0,0-1 0,1 1 0,-1-1 0,1 1 0,-1-1 0,1 0 0,0 0 0,0 0-1,0 0 1,1 0 0,-3-6 0,-5-41-523,2-1 0,2 0 1,3-65-1,2 109 76,-1 0 1,0-1-1,0 1 1,-1 0-1,0 0 0,0 1 1,-6-14-1,-14-21-5326,15 29 2760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35:41.90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192 401 12889,'-19'-10'446,"-13"-5"1633,0-3 1,-35-24 0,63 39-1745,1 0 1,-1 0 0,1 0 0,0-1-1,0 1 1,1-1 0,-1 0-1,1 1 1,0-1 0,0 0-1,0 0 1,0-1 0,1 1-1,-1 0 1,1 0 0,0-1-1,1 1 1,-1-1 0,1 1-1,0-1 1,0 1 0,0-1-1,0 1 1,2-5 0,-1 2-164,1 1 1,0 0-1,0 0 1,0 0-1,1 0 1,0 0-1,0 0 1,1 1 0,-1-1-1,1 1 1,0 0-1,1 0 1,-1 1-1,1-1 1,8-5-1,6-2 52,1 2 0,0 0 0,1 1 1,0 0-1,0 2 0,34-7 0,141-17 227,-190 31-450,119-12-104,176 8-1,129 30-2190,-205-9 57,-34-6-165,260 21-8796,-240-6-227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35:47.21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1 100 5929,'0'0'5874,"0"-3"-4606,1 1-975,0 0 0,0 0 1,-1 0-1,1 0 0,1 0 1,-1 0-1,0 0 0,0 0 1,1 0-1,-1 0 0,1 1 1,-1-1-1,1 1 0,0-1 0,0 1 1,0 0-1,-1-1 0,1 1 1,0 0-1,1 0 0,3-1 1,5-1-184,0 0 0,0 1 0,16-1 1,-7 0 307,438-37 1004,0 35-1546,-220 5-691,212 6-3002,-56 1-3198,-161-9-35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35:48.77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 0 12097,'-1'3'1760,"-2"3"-1361,1 1 1,1-1-1,-1 0 0,1 1 0,0-1 1,0 0-1,1 1 0,0-1 0,0 1 0,1-1 1,0 1-1,2 8 0,2 12 354,15 38 0,21 50 244,-16-49-633,-3 1 0,19 99 0,-3 136-1763,-35-239-1368,-6 77 0,-1-78-2169,1-9-2853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35:49.32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902 343 9645,'2'-4'249,"0"-1"0,1 1-1,-1 0 1,1 0 0,0 0 0,1 0 0,-1 0 0,0 1 0,1-1 0,0 1-1,0 0 1,0 0 0,0 1 0,1-1 0,-1 1 0,1 0 0,-1 0-1,1 0 1,7-1 0,12-3 299,0 2-1,44-4 0,-47 6-247,849-67 1864,30-2-1888,306-18-862,-893 69 317,-14 11-58,-250 11 245,-1 1 0,0 3 0,0 2 0,52 16 0,-99-24 82,16 5-6,-1 0 1,1 2-1,-1-1 1,19 12 0,-24-10 22,-1-1 1,-1 2-1,1-1 1,-1 1-1,-1 1 1,1-1-1,-2 1 1,12 20-1,62 125 309,-72-136-289,-2 0 1,0 1-1,-1-1 1,-1 1-1,-1 1 1,2 23-1,-2-11-12,22 167 149,56 303 71,115 130-279,-184-598 40,-2 0-1,0 1 1,8 64 0,-17-88 0,-2 0-1,1 0 1,-2 0-1,1-1 1,-2 1-1,0 0 1,0-1-1,-1 1 1,0-1-1,-1 0 1,0 0-1,-1 0 1,0 0-1,-1-1 1,-13 19-1,7-16-9,0 1 0,-1-1 0,-1-1 0,0-1 0,-1 0 0,0 0 0,-22 11 0,-15 3-13,-57 20-1,23-15 6,-2-4 0,-150 25 0,-191-5 75,-467-21-55,-6-43-131,133 1 119,-10 23-789,-180-4-5348,852-5 2634,25-3-1560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35:50.5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67 226 7617,'-63'-11'3049,"59"10"-1591,6-1-1094,0 0 1,0 0-1,0 0 1,0 0-1,0 0 0,0 0 1,1 1-1,-1-1 1,5-1-1,11-3 52,1 1-1,-1 1 1,1 0-1,36-1 1,-20 2-113,558-5 1052,-503 10-1239,1333 64 610,-736-27-708,-336-22 12,2049 77-512,-2307-93 462,338 2-15,-9-26-17,-386 20 33,136-21-28,-156 21 10,0-1-1,-1-1 1,0 0-1,0-1 1,0 0-1,-1-2 1,0 0-1,15-10 1,-29 17 8,1 1 0,0-1 0,0 0 0,-1 1 0,1-1 0,0 0 0,-1 0 0,1 1 0,-1-1 1,1 0-1,-1 0 0,1 0 0,-1 0 0,0 0 0,0 0 0,1 0 0,-1 0 0,0 0 0,0 0 0,0 0 0,0 0 0,0 0 1,0-1-1,-1-1-34,1 1 1,-1-1-1,0 0 0,0 1 1,0-1-1,0 1 1,-1 0-1,-2-4 1,-3-4-266,-1 1 0,-16-16 1,21 23 227,-15-13-467,0 1-1,-1 0 1,0 1-1,-1 2 0,-22-11 1,-108-35-4821,63 29 103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35:50.79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594 1 11393,'0'0'1836,"-1"3"-137,1 0-1488,-1 0-1,1 0 0,0 0 1,1 0-1,-1 1 1,0-1-1,1 0 1,0 0-1,-1 0 1,1 0-1,1 0 1,-1 0-1,0 0 1,1-1-1,1 4 1,35 41 1100,-21-28-935,98 114 769,98 118 196,-149-168-1045,61 103 1,-96-136-273,-3 1 0,-1 1 1,27 89-1,-40-100-49,-3 1 0,-1-1 0,-2 2 0,-1-1 0,-3 74 0,-5-65-265,-2 0 0,-2 0 0,-3 0 0,-1-2 0,-3 1 0,-2-2 0,-2 0 1,-2 0-1,-2-2 0,-2-1 0,-2-1 0,-2-1 0,-2-1 0,-1-2 0,-3-1 0,-60 55 0,34-42-633,-3-2 0,-2-3 0,-2-3-1,-2-3 1,-2-3 0,-143 55 0,40-36-2640,0-4-1508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35:51.41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1348 10945,'1'-18'452,"1"0"1,1-1-1,0 1 0,2 1 0,0-1 1,0 1-1,2-1 0,0 2 0,2-1 1,-1 1-1,2 0 0,0 1 0,17-20 1,18-16 42,2 2 0,65-53 0,-100 91-431,59-52 121,-3-3 0,-3-3 0,-4-3-1,-2-2 1,-4-3 0,-3-2 0,65-135 0,-43 54 900,-73 158-800,-4 10 80,-92 348 2882,25 17-1320,50-256-1536,-83 429 1020,-98 654-102,125-463-1243,59-1-3315,19-678 1965,17 102-1,-16-145 851,0 0 0,1 0 1,1 0-1,1-1 0,0 1 1,0-1-1,1-1 0,1 1 0,1-2 1,0 1-1,17 19 0,-22-29 138,-1 0-1,1 1 0,-1-1 0,1-1 0,0 1 0,1 0 0,-1-1 0,0 0 0,7 2 1,-8-3-168,0 0 0,0-1 1,0 0-1,0 1 1,1-1-1,-1 0 1,0-1-1,0 1 1,0 0-1,4-2 0,33-14-7852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35:51.72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141 1436 8377,'-77'-192'1155,"64"160"-768,1-1-1,2-1 0,1 0 1,2-1-1,-5-51 0,11 62-285,1 0-1,2 0 1,0 0-1,1 1 1,2-1-1,0 1 1,1 0-1,2 0 1,0 0-1,1 1 1,2 0-1,0 1 1,1 1-1,24-32 1,-8 16-44,2 2 1,1 0 0,2 3 0,1 0-1,1 2 1,72-44 0,-52 42-23,1 3 0,2 2 0,0 3 0,1 3 0,88-19 0,-37 18-19,1 4 0,131-2 0,-131 17 13,130 12 0,-190-5 3,-1 3-1,0 2 1,-1 2-1,90 34 1,-129-42-16,-1 1-1,1-1 1,-1 2 0,0 0 0,0 0-1,-1 0 1,1 1 0,-2 0 0,1 1-1,-1 0 1,7 9 0,-8-6 13,1 0 1,-1 0 0,-1 1-1,0-1 1,-1 1-1,0 0 1,-1 1 0,3 21-1,-6-30-21,1-1-1,-1 0 0,1 0 0,0 0 0,0 0 0,0 0 1,0 0-1,0 0 0,1 0 0,-1 0 0,1-1 0,0 1 1,0 0-1,0-1 0,0 0 0,0 1 0,0-1 1,1 0-1,-1 0 0,1 0 0,0 0 0,-1-1 0,5 2 1,-4-2 22,0 0 1,0-1-1,0 1 1,0-1 0,0 0-1,1 0 1,-1 0 0,0 0-1,0-1 1,0 1 0,0-1-1,0 0 1,0 0-1,0 0 1,0 0 0,0-1-1,0 1 1,-1-1 0,1 1-1,0-1 1,-1 0-1,1 0 1,1-3 0,-1 2-2,0 0 0,0-1 0,-1 1-1,0-1 1,1 0 0,-1 0 0,-1 1 0,1-1 0,-1 0 0,1-1 0,-1 1 0,0 0 0,0 0 0,-1 0-1,1-1 1,-1 1 0,0 0 0,0-1 0,-1 1 0,1 0 0,-1-1 0,0 1 0,0 0 0,-3-6 0,0-3 5,-1-1 0,-1 1 0,0 1 0,-1-1 0,0 1 1,-11-14-1,-7-3-211,-2 2 0,0 0 0,-52-37 0,32 27-1128,44 34 893,0 1-1,0 0 1,0-1 0,0 0-1,1 0 1,-1 0 0,1 0-1,-1 0 1,1 0 0,0-1-1,0 1 1,1-1 0,-1 0-1,1 1 1,-2-8 0,3 10 30,1-1 0,-1 1 0,1-1 0,0 1 0,-1 0 0,1-1-1,0 1 1,0 0 0,0-1 0,0 1 0,0 0 0,2-1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35:51.94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33 10737,'8'-5'263,"-3"2"86,-1-1 1,1 1 0,0 1 0,1-1-1,-1 1 1,0-1 0,1 1-1,0 1 1,-1-1 0,1 1 0,0 0-1,0 1 1,-1-1 0,9 1-1,-2 1-12,1 1-1,-1 0 1,0 1-1,0 0 1,0 1-1,0 0 0,0 1 1,-1 0-1,16 10 1,-11-5-91,0 1 1,-1 1 0,-1 1 0,0 0 0,20 25-1,-13-10-112,-1 0-1,-2 1 1,-1 1-1,-1 1 1,-2 0-1,17 54 1,-20-33-65,-8-35-62,0-1 0,8 23 0,-9-35-35,-1 1-1,1-1 0,1 0 1,-1 0-1,1 0 0,-1 0 1,1 0-1,0 0 0,0-1 1,1 1-1,-1-1 0,1 0 1,4 3-1,1-1-150,1-1-1,0 0 1,0 0 0,0-1-1,0 0 1,0-1 0,1 0-1,-1-1 1,1 0 0,0 0-1,-1-1 1,1 0 0,0-1-1,15-4 1,12-3-1222,-1-1 0,61-25 0,-7-3-3165,8-9-2705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35:52.11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9881,'14'48'1316,"-7"1"68,-7-7-132,3 48 800,-6-35-1319,-1 11-161,8 9-108,-1 16-100,0 5-332,1 4-496,-1 2-428,10-5-269,7-4-287,4-5-832,3-7-1188,6-3-1885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35:52.32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68 270 10945,'-56'-37'1493,"45"29"3159,11 9-4563,1 1 0,0-1 0,0 0-1,0 0 1,-1 0 0,1 0 0,0 0 0,0 0-1,0 0 1,0-1 0,1 1 0,1 1 0,-1-1 41,7 4-59,-1-1 0,1-1 0,1 0 0,-1 0 0,0-1 0,1 0 0,-1 0 0,1-1 0,0 0 0,11-1 0,8 1-81,544 27-2077,-437-31 1255,0-5 1,160-30-1,-241 27 532,74-23 1,-115 30 231,0-2 0,-1 1-1,1-2 1,-1 1 0,0-2 0,-1 0 0,0 0 0,0-1 0,-1-1 0,16-16 0,-25 24 15,-1 0-1,1 0 1,0 0 0,-1 0-1,0 0 1,1-1 0,-1 1 0,0 0-1,0-1 1,0 1 0,-1-1-1,1 1 1,0-1 0,-1 0 0,0 1-1,0-1 1,1 0 0,-1 1 0,-1-5-1,-1 2-455,0 0-1,0 0 0,0 0 1,-1 1-1,1-1 1,-1 1-1,-6-7 0,3 4-1037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35:54.25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37 1692,'0'0'2882,"11"9"-1981,-10-8-340,0-1 0,0 1 0,0-1 0,0 1 1,0-1-1,0 1 0,1-1 0,-1 0 1,0 1-1,0-1 0,0 0 0,1 0 1,-1 0-1,1 0 0,32-8-348,-13 3 192,110-4-94,-30 4-1198,81-12-4441,-74 11-295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35:56.64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819 196 2848,'5'-3'375,"0"0"0,-1 0 0,1 0 0,0 1 1,0 0-1,0 0 0,8-2 0,-2 0 51,-8 3 710,19-21 1227,28-7-1431,-45 26-752,-3 1-139,0 0 1,0 0 0,-1 0 0,1 0 0,-1-1 0,1 1-1,-1 0 1,0-1 0,1 1 0,0-6 0,-16-19 121,13 24-83,-21-21 169,19 21-234,-1 0 0,1 0-1,-1 0 1,0 1 0,0-1-1,-1 1 1,1 0 0,0 0-1,-1 1 1,1-1 0,-1 1-1,1 0 1,-1 0 0,0 0-1,0 1 1,1 0 0,-1-1 0,0 2-1,-8 0 1,-10 2 101,0 1 0,-35 11-1,54-14-104,-22 8 83,-1 2 0,2 0-1,-1 2 1,2 0-1,0 2 1,0 1-1,2 0 1,0 2-1,-37 38 1,10-1 295,2 3 0,-60 95 0,77-102-133,2 2 0,2 1 0,2 1 0,3 2 0,2 0 0,-19 104 0,-22 363 899,60-524-1154,-6 523 622,37 1-257,28 169-82,35-1-78,-61-528-187,6-1-1,7-1 0,8-3 0,122 253 0,-118-305-11,4-3 0,4-3 0,114 132 1,-73-113 22,6-5 0,138 109 0,-86-97-17,6-7 0,264 138 0,397 146-37,-295-152 104,-432-197-52,102 71 1,-159-92-57,0 1-1,54 55 1,-72-62 12,-14-14 46,-1 1-1,0 0 1,-1 1-1,0 0 1,-2 1-1,0 1 1,-1 0-1,16 34 1,-11-19-1,30 47 7,4-2 0,83 101 0,-35-50-37,-63-82 10,1-1 0,3-2-1,1-2 1,81 65 0,-100-91 91,0-1 1,2-1-1,0-1 0,0-1 1,1-1-1,0-1 0,1-1 1,1-1-1,-1-1 0,1-2 1,0 0-1,50 2 0,-30-10 78,0-1 0,0-3 0,-1-2 0,0-1 0,-1-3 0,83-34 0,-15 2 61,-110 44-210,-1 0-22,-1 1 0,1-1 0,-1 1 0,1-1 0,0 1 0,-1-1 0,1 1 0,0-1 0,-1 1 0,1 0 0,0-1-1,0 1 1,-1 0 0,1 0 0,0-1 0,0 1 0,-1 0 0,2 0 0,17-7-1103,-16 3 495,1-1 0,-1 0 1,0 1-1,0-1 0,0 0 1,-1-1-1,0 1 1,0 0-1,0-1 0,-1 1 1,1-1-1,-1 1 0,-1-1 1,1-7-1,1-2-1380,5-28-5625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35:56.89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47 73 9181,'-39'-60'2106,"31"48"4564,12 12-5607,5 2-827,-1 0 1,1 1 0,-1 0 0,1 0 0,-1 1-1,0 0 1,0 0 0,9 7 0,63 52 539,-55-42-511,34 28-39,-3 3 0,-1 2 0,-3 2 0,-3 3 0,-2 2 0,-3 2 0,-2 1 0,47 101 0,-55-87-183,-3 1-1,-3 2 0,-4 1 1,-4 1-1,-3 1 1,6 94-1,-19-125-128,-3 0 0,-2 1-1,-2-1 1,-2 0 0,-3-1 0,-2 1-1,-3-1 1,-1-1 0,-3-1-1,-46 95 1,36-98-181,-1-2 1,-3-1-1,-2-2 0,-1-1 0,-2-1 0,-47 39 0,33-38-1264,-75 50-1,69-56-2147,-77 34 0,38-28-4622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35:57.62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222 732 14309,'-138'-56'4277,"136"55"-4100,0 0-1,0 0 1,-1 0 0,1 1-1,0-1 1,-1 0-1,1 1 1,0 0-1,-1-1 1,1 1-1,-1 0 1,1 0 0,0 0-1,-1 1 1,1-1-1,-1 0 1,1 1-1,0 0 1,0-1-1,-1 1 1,1 0-1,0 0 1,0 1 0,0-1-1,0 0 1,0 1-1,0-1 1,0 1-1,0-1 1,1 1-1,-1 0 1,1 0-1,-1 0 1,1 0 0,0 0-1,0 0 1,-1 0-1,2 0 1,-1 1-1,0-1 1,0 0-1,1 1 1,-1-1 0,1 4-1,-1 22 373,1 0-1,2 0 0,1 0 1,1 0-1,11 39 1,-5-22-182,184 660 2128,-172-644-2544,2-2 0,3 0 0,61 95 0,-80-141-90,1-1 0,1 0 0,0 0 0,0-1 0,1 0 1,1-1-1,0 0 0,0-1 0,1 0 0,0-1 0,1 0 0,0-2 1,0 1-1,0-2 0,19 6 0,-13-7-165,1 0 1,-1-1-1,1-1 1,0-1-1,0-1 0,0-1 1,-1-1-1,1 0 1,0-2-1,35-11 0,-26 4 35,0-1 0,0-2 0,-1-1 0,-1-1-1,-1-1 1,0-2 0,33-29 0,-6-3-61,-1-2-1,49-64 1,100-146 233,-12-8-1,298-569 0,-343 556 2155,-134 262-1843,-2 4 240,1 0 0,0 1-1,23-30 1,-33 47-443,1 0 1,-1 0-1,0 0 0,0 0 0,0 0 0,0-1 0,0 1 1,0 0-1,0 0 0,0 0 0,0 0 0,0 0 0,0 0 1,1 0-1,-1 0 0,0 0 0,0 0 0,0 0 1,0 0-1,0 0 0,0-1 0,0 1 0,0 0 0,1 0 1,-1 0-1,0 0 0,0 0 0,0 0 0,0 0 0,0 0 1,0 0-1,0 0 0,1 1 0,-1-1 0,0 0 1,0 0-1,0 0 0,0 0 0,0 0 0,0 0 0,0 0 1,1 0-1,-1 0 0,0 0 0,0 0 0,0 0 0,0 0 1,0 0-1,0 1 0,0-1 0,0 0 0,0 0 0,0 0 1,0 0-1,0 0 0,0 0 0,0 0 0,0 0 1,0 1-1,1-1 0,-1 0 0,0 0 0,0 0 0,0 0 1,0 0-1,-1 1 0,9 11 203,-1 2 1,0-1-1,-1 1 0,-1-1 1,0 2-1,-1-1 1,-1 0-1,0 1 0,1 19 1,0 146 653,-5-114-578,-21 461 713,1-82-1341,20-420 234,0 18-201,5 45-1,-3-78 225,0 1 0,1-1 0,0 0 0,1 0 0,0 0 0,0 0 0,1-1 0,1 1 0,9 16-1,-11-23 35,0 0-1,0 1 0,0-1 0,0 0 0,0-1 0,1 1 0,-1-1 1,1 1-1,0-1 0,-1 0 0,1 0 0,0 0 0,0-1 0,0 0 1,1 0-1,-1 0 0,0 0 0,0 0 0,1-1 0,-1 0 0,0 0 1,1 0-1,-1 0 0,0-1 0,0 1 0,1-1 0,-1 0 0,6-3 0,6-2-105,-1-1-1,1 0 1,-2-1-1,1-1 1,25-20-1,105-94-538,-98 79 682,2 2 1,2 3-1,71-43 0,-112 77 90,-1 0 0,1 0 0,0 1-1,0 1 1,0 0 0,0 0 0,1 1 0,-1 0 0,1 1-1,-1 0 1,1 0 0,0 1 0,-1 1 0,1 0-1,-1 0 1,1 1 0,-1 1 0,0 0 0,0 0-1,0 1 1,0 0 0,0 0 0,13 10 0,46 28 830,124 102 1,-178-132-843,0 1 6,1 0 0,0-2 1,1 0-1,25 13 0,82 32 230,-113-51-287,1-1 0,0-1 0,0 1-1,1-2 1,-1 0 0,1 0 0,-1-1 0,1-1 0,-1 0 0,1-1-1,-1 0 1,1-1 0,-1 0 0,0-1 0,0 0 0,0-1 0,12-6 0,-12 4-24,-1-1 0,1 0 0,-2-1 0,1 0 0,-1-1 1,0 0-1,-1 0 0,0-1 0,-1-1 0,0 1 1,0-1-1,-1 0 0,11-24 0,-12 21-25,-1-1-1,0 1 0,-1-1 1,0 0-1,-1 0 0,-1 0 1,-1 0-1,0 0 0,0-1 1,-2 1-1,0 0 1,-3-17-1,1 21-7,0-1 0,0 1-1,-1-1 1,-1 1 0,0 1 0,0-1 0,-1 0 0,0 1 0,-1 0-1,0 1 1,-1 0 0,0 0 0,0 0 0,-1 1 0,0 0-1,-14-9 1,6 6-70,0 1-1,0 1 1,-1 0-1,-1 1 1,1 1-1,-1 1 0,-1 0 1,1 2-1,-34-4 1,40 7-164,-1 1 0,0 0 0,0 1 0,1 1-1,-1 0 1,0 1 0,1 0 0,0 1 0,0 0 0,0 1 0,0 1 0,1 0 0,0 1 0,-21 15 0,14-7-746,1 1-1,1 0 1,1 1 0,-27 37 0,30-35-1704,1 0 0,-17 37 0,7 7-7109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35:58.47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20 9845,'0'0'17526,"2"-2"-17182,-1 1-305,0-1 1,1 1-1,-1-1 0,0 1 0,1 0 0,0 0 0,-1 0 1,1-1-1,0 1 0,0 1 0,-1-1 0,1 0 1,0 0-1,0 1 0,0-1 0,0 1 0,0 0 0,3-1 1,-1 1-12,0 1 0,0-1 1,-1 1-1,1 0 1,0 0-1,-1 0 1,1 1-1,-1-1 1,1 1-1,3 2 1,-1 0-8,0 1 0,-1 0 0,0 0 0,1 1 0,-2-1 1,1 1-1,-1 0 0,0 0 0,0 1 0,0-1 0,-1 1 1,0 0-1,0 0 0,-1 0 0,0 0 0,0 0 0,0 9 1,2 10 20,-1 1 0,-1-1 0,-2 43 0,-13 57 39,-42 180 1,38-222-127,11-52 40,2 1 0,-1 47 0,6-80 3,-1 1 0,1 0 1,0-1-1,-1 1 0,1-1 0,0 1 1,-1-1-1,1 0 0,0 1 1,0-1-1,-1 0 0,1 1 0,0-1 1,0 0-1,0 0 0,0 0 1,-1 0-1,1 0 0,0 0 0,0 0 1,0 0-1,0 0 0,-1 0 0,1 0 1,0 0-1,1-1 0,-1 1 0,6-1 4,0-1 0,-1 0 0,1 0 1,-1 0-1,1-1 0,-1 0 0,0 0 0,0-1 0,7-5 0,53-46-2,-44 36-2,43-37 10,123-80-1,-147 112 31,0 1-1,2 2 1,1 2 0,76-22 0,-73 29 115,1 2 0,0 2 0,0 2 0,0 2 0,1 3 0,-1 1 0,80 12-1,-96-7-44,0 2-1,0 1 1,-1 1-1,-1 2 1,1 1-1,-2 1 0,1 2 1,-2 0-1,0 3 1,-1 0-1,-1 1 1,31 31-1,7 21 37,20 17-43,-82-86-113,0-1-1,0 1 1,0-1-1,0 0 1,1 0-1,-1 0 1,0-1-1,1 1 1,-1 0-1,1-1 0,-1 0 1,1 1-1,-1-1 1,1 0-1,-1 0 1,1 0-1,-1-1 1,1 1-1,-1-1 1,1 1-1,-1-1 1,4-1-1,7-3-87,1-1 1,21-13-1,-18 9 19,164-72-204,-149 69 274,-8 4-16,38-9 0,-6 2 47,-44 12-15,71-23-7,89-43 0,-147 58-1,-1-1-1,-1-1 1,0-1-1,-1-1 1,0-1-1,-1 0 0,33-39 1,-52 53 5,1-1 1,0 0 0,-1 0-1,0 0 1,0 0-1,0-1 1,0 1-1,0-5 1,4-8-4,-6 17 1,0 0 0,0 0 0,0 0 0,0 0 1,0 0-1,0 0 0,0 0 0,-1 0 0,1 0 0,0 0 0,0 0 1,0 0-1,0 0 0,0 0 0,0 0 0,0 0 0,-1 0 0,1 0 0,0 0 1,0 0-1,0 0 0,0 0 0,0 0 0,0 0 0,0 0 0,-1 0 1,1 0-1,0 0 0,0-1 0,0 1 0,0 0 0,0 0 0,0 0 1,0 0-1,0 0 0,0 0 0,0 0 0,0 0 0,-1 0 0,1 0 0,0-1 1,0 1-1,0 0 0,0 0 0,0 0 0,0 0 0,0 0 0,0 0 1,0 0-1,0-1 0,0 1 0,0 0 0,0 0 0,0 0 0,0 0 1,0 0-1,0 0 0,0 0 0,0-1 0,0 1 0,1 0 0,-1 0 0,0 0 1,0 0-1,0 0 0,0 0 0,0 0 0,-6-1 9,0 0-4,1 0-1,0 1 1,-1 0 0,1 0 0,-1 0 0,1 1 0,-10 2 0,7 0 1,-1 1-1,1 0 0,0 1 1,0 0-1,0 0 1,1 0-1,-8 8 1,-4 3 16,-23 19 32,0 3-1,-41 49 1,57-54-159,1 1 0,1 0 0,2 2 0,2 1 0,-25 62 0,40-88-199,1 1-1,0 0 1,1 0-1,1 0 1,0 0 0,0 0-1,1 1 1,1-1 0,0 0-1,1 1 1,0-1 0,1 0-1,6 24 1,-4-25-327,0 0 0,1-1 0,1 1 0,-1-1 0,2 0 0,-1 0 0,1-1 0,1 0 0,11 11 0,42 30-6047,16 0-4204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35:58.64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11 212 12549,'-10'-76'2264,"20"34"-235,-4 12-165,15 6-328,-11 12-380,10 0-204,6 0-188,11 9-236,30 6-444,-13 9-192,3-3-116,-4 6-372,1 3-308,3-3-604,-7 6-380,-20-3-613,0 3-2175,-16-9-3661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36:01.35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447 1890 6997,'23'-26'536,"-12"13"-70,0 0 0,1 1 0,0 0 1,17-11-1,-12 10 160,235-186 5329,-187 143-4411,100-114 0,79-155 440,-24-18-1211,-132 204-602,2-8 34,73-111 447,-93 160-383,-68 94-239,0 1 0,0 0 0,0 0 0,1 0 0,-1 0-1,1 0 1,0 0 0,0 1 0,0-1 0,0 1 0,0 0-1,1 0 1,-1 0 0,1 0 0,3-1 0,-6 3-14,-1 1 1,1-1 0,0 0-1,-1 0 1,1 0-1,-1 0 1,1 0-1,0 1 1,-1-1 0,1 0-1,-1 1 1,1-1-1,-1 0 1,1 1 0,-1-1-1,1 1 1,-1-1-1,0 0 1,1 1-1,-1-1 1,1 1 0,-1-1-1,0 1 1,0 0-1,1-1 1,-1 1 0,0 0-1,4 32 469,-9 20 59,-2 0-1,-3-1 0,-28 91 1,22-85-237,-243 695 2207,-74-27-1057,6-95-653,-317 660-310,601-1195-826,-54 181 0,93-262 164,1 0 0,0 0 0,-1 26 1,4-36 36,0 0 1,1 0-1,-1 0 0,1-1 1,0 1-1,0 0 1,0-1-1,1 1 1,0-1-1,0 1 1,0-1-1,0 0 1,1 0-1,5 7 1,-7-9 61,1-1 1,-1 0-1,1 0 1,-1 0-1,1 0 1,-1 0-1,1 0 1,0 0-1,0 0 1,0-1-1,-1 1 1,1 0-1,0-1 1,0 0-1,0 1 1,0-1-1,0 0 1,0 0-1,0 0 1,0 0-1,0-1 1,-1 1 0,1-1-1,0 1 1,0-1-1,0 1 1,0-1-1,2-2 1,9 0-217,11-5-28,0-1-1,0-1 0,-1-2 0,0 0 0,-1-1 0,22-18 0,121-107-891,61-107 175,-215 231 993,11-12-19,-2-2 1,-1 0 0,-1-1-1,-2 0 1,0-2 0,-2 1-1,13-48 1,-21 59 45,-1 0 1,-1 0 0,-1-1-1,0 1 1,-2-1-1,0 0 1,-1 0 0,-2 1-1,0-1 1,0 0-1,-2 1 1,-1 0 0,0 0-1,-11-26 1,12 35 5,0 0 1,-1 1-1,0-1 1,-1 1-1,0 0 1,0 1-1,-1-1 1,0 1-1,-1 1 0,1-1 1,-1 1-1,-1 1 1,-12-9-1,11 10 6,1 1 0,-1 0-1,1 0 1,-1 1-1,0 0 1,-1 1 0,1 0-1,0 0 1,-1 1 0,1 1-1,0 0 1,-1 0-1,-10 2 1,3-1-2,13-1-4,0 0 0,1 0 0,-1 1 0,0 0 0,0-1 1,1 2-1,-1-1 0,0 1 0,1-1 0,-8 5 0,9-5 0,1 0 0,-1-1 0,0 1 0,0-1-1,0 0 1,0 1 0,0-1 0,0-1 0,0 1 0,-4-1-1,0 0-37,3 1 42,-30 8-410,32-7 151,-27 12-1107,-30 13 734,56-25 673,2-4-111,0 0 63,0 1 0,0-1 0,-1 1 0,1 0 0,-1-1 0,1 1 0,-1 0 0,0 0 0,0 0 0,0 0 0,0 0 0,0 0 0,-1 1 0,1-1 0,-4-1 0,-3-3-48,4 3 68,0 0 0,0 0-1,0 1 1,0 0-1,-1 0 1,1 0-1,-1 0 1,0 1-1,1 0 1,-8 0-1,-9-3-36,-58-12 71,-27-7-131,92 19 107,-11-3 232,1-1 1,1-1-1,-1-1 1,-22-14-1,45 22-228,0 1 0,0-1 0,0 1 0,0-1 0,1 0-1,-1 0 1,1 0 0,-1 0 0,1 0 0,0 0 0,0 0 0,0-1 0,0 1-1,0 0 1,0-1 0,1 1 0,-1 0 0,1-1 0,-1 1 0,1-1 0,0 1 0,0-1-1,0 1 1,1-3 0,0-3 9,1 0 1,0 0-1,0 0 0,1 0 0,6-14 1,2 2 11,0 1 1,1 0-1,1 1 0,26-29 1,73-61 79,-94 92-117,98-88 21,5 5 0,171-107 0,-278 197-32,444-265 26,349-126-98,-760 377 47,2 2 0,0 2-1,65-15 1,-106 33 26,-4-1-3,0 1 0,1 1 0,-1-1 0,0 0 0,0 1 0,0 0 0,1 0 0,-1 0 0,0 1 0,0 0 0,0-1 0,1 1 0,-1 1 0,0-1 0,0 1 0,-1-1 0,1 1 0,0 0 0,0 0 0,5 5 0,-7-5-1,0-1 0,0 1 0,0-1 0,0 1 0,0 0 0,-1 0 0,1 0 0,-1-1 0,1 2 0,-1-1 0,0 0 0,0 0 0,0 0-1,0 1 1,0-1 0,0 0 0,0 1 0,-1-1 0,0 0 0,1 1 0,-1-1 0,0 1 0,0-1 0,0 1 0,0-1 0,-2 6 0,-1 2 7,0 0 0,0 0 1,-2 0-1,-9 18 0,5-12-12,-43 85 16,-10 19 0,-48 131 0,96-213 0,2 1 1,1 1-1,2 0 1,2 0 0,2 1-1,1-1 1,3 77-1,2-107-27,0 1-1,1 0 1,0-1-1,1 0 1,0 1-1,0-1 1,1 0-1,1-1 1,-1 1-1,2-1 1,-1 0-1,1 0 1,1 0-1,-1-1 1,1 0-1,1-1 1,0 1-1,0-1 0,0-1 1,1 1-1,-1-1 1,2-1-1,-1 0 1,1 0-1,-1-1 1,1 0-1,0-1 1,1 0-1,-1 0 1,1-1-1,-1-1 1,13 1-1,-9-2-7,-1 0 0,1 0 0,-1-2 0,1 0-1,-1 0 1,0-1 0,0-1 0,0 0 0,0-1 0,21-11-1,-14 5 20,-1 0 0,0-2 0,-1 0 0,0-2-1,16-17 1,-19 16 3,-1 0 0,-1-1 0,0 0 0,-2-2 0,0 1 0,-1-1 1,9-23-1,0-13 78,15-68 0,-28 99-71,2-9-2,-2-1-1,-1-1 1,-2 1 0,-1-1-1,-3-38 1,-1 51 3,0-1 0,-2 1 0,0 1 1,-1-1-1,-2 1 0,0 0 0,-1 0 0,-1 0 1,-12-19-1,17 35-79,1 0-1,-1 0 1,0 0 0,0 1-1,-1 0 1,1-1 0,-1 2-1,0-1 1,0 0 0,0 1 0,-1 0-1,1 0 1,-1 1 0,0-1-1,1 1 1,-1 1 0,0-1-1,0 1 1,-1 0 0,1 0 0,-9 0-1,7 1-515,-1 1-1,0 0 0,0 0 1,0 1-1,0 0 1,1 0-1,-1 1 0,1 0 1,0 1-1,0 0 1,0 0-1,0 0 0,1 1 1,-10 9-1,-21 23-6707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36:03.21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168 28 6065,'-17'-9'964,"4"3"-172,0 0-152,-4 0-132,-3 6 132,-4 0-744,1 3-636,3 3-1808,0 3-685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36:06.29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32 248 5096,'4'-3'292,"0"1"-1,-1-1 1,1 1-1,-1-1 0,1 0 1,-1-1-1,0 1 1,0 0-1,0-1 0,-1 0 1,1 0-1,-1 0 0,0 0 1,3-6-1,-2 3 195,1 0 0,0 0 0,0 0 0,10-11-1,-4 8 36,0 1-1,1 0 1,0 0-1,0 2 1,1-1-1,0 1 1,0 1-1,1 0 1,0 1-1,0 0 1,0 1-1,18-3 1,-19 5-359,-1 1 1,0 0-1,1 0 1,-1 1-1,1 1 1,-1 0-1,1 1 1,-1 0-1,0 0 1,0 1-1,0 1 1,0 0-1,-1 1 1,1-1-1,11 9 1,-14-7-89,0 0-1,0 1 1,0 0 0,-1 0 0,0 1 0,11 16 0,93 145 733,-103-157-771,-1 1 1,-1 1-1,0-1 0,0 1 1,-2 0-1,0 0 1,0 1-1,-2-1 0,1 1 1,-1 19-1,0-7 5,0 16-3,-2 0-1,-3 0 1,-1 0-1,-1 0 1,-3-1 0,-2 0-1,-1 0 1,-2-1-1,-29 61 1,-16 16 3,-132 196 0,143-245-39,-3-3-1,-3-2 1,-115 108-1,168-172-1,-1 1 0,0 0 0,0 0 0,1-1 0,-1 1-1,0 0 1,0-1 0,0 1 0,0-1 0,0 0 0,1 1 0,-1-1 0,0 1 0,0-1 0,0 0-1,0 0 1,0 0 0,0 0 0,0 0 0,0 0 0,0 0 0,0 0 0,0 0 0,0 0-1,0 0 1,0 0 0,0-1 0,0 1 0,-1-1 0,1 0 0,0 0-1,0 0 1,0 0 0,0 0 0,0 0-1,1 0 1,-1 0 0,0 0 0,1-1-1,-1 1 1,1 0 0,-1 0-1,1-1 1,0 1 0,-1 0 0,1-1-1,0 1 1,0 0 0,0-1 0,0 1-1,0 0 1,1-3 0,0-4 0,2 0 0,-1 1 1,1-1-1,0 1 0,0-1 0,8-10 0,1-4 1,64-116-4,5 3-1,108-132 0,231-222-37,-330 397-329,4 5 0,4 3 0,3 5 0,128-76 0,-172 121-1215,113-48-1,-139 70 80,1 2 0,0 0-1,0 2 1,1 2 0,53-4-1,-16 9-4883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36:06.71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992 212 5220,'9'-40'746,"-4"14"910,2 1 1,15-41-1,4 15 3104,-25 48-2589,-4 7-1218,-278 370 2523,97-122-2966,-214 297 28,354-480-531,3 2 0,-51 122 0,88-186-20,1 0 1,1 0-1,-1 1 0,1-1 0,1 1 1,-1-1-1,1 1 0,0-1 0,1 1 1,0 0-1,0-1 0,1 1 0,2 11 0,-2-17 8,0 0 0,-1 0 0,1-1 0,0 1 0,0-1 0,1 1 0,-1 0 0,0-1 0,0 0 0,1 1 0,-1-1 0,1 0 0,-1 0 0,1 0 0,0 0 0,-1 0 0,1 0 0,0 0 0,0 0-1,-1-1 1,1 1 0,0-1 0,0 1 0,0-1 0,3 0 0,1 1-5,0-1-1,0 0 1,0-1-1,0 1 1,0-1-1,0 0 1,9-3-1,11-6-18,0-1 0,-1-1 0,0-2 0,-1 0 0,26-21 0,108-98-5,-88 71-15,11-12 7,-78 72 30,-6 5-23,-24 23 71,1 0 0,2 2 1,1 1-1,1 1 0,1 0 0,2 2 0,1 0 1,1 2-1,2-1 0,2 2 0,-14 51 0,20-56-25,1 1-1,1-1 0,2 1 1,1 0-1,1 0 1,2 0-1,1-1 0,1 1 1,2 0-1,1-1 1,1 0-1,2 0 0,1-1 1,16 33-1,-13-38-228,0-1-1,1-1 1,1 0-1,2-1 1,0 0-1,1-2 1,0 0-1,26 19 1,-28-26-512,0-1 1,1 0 0,0-2 0,35 15 0,-38-19-333,1-1 0,0 0 0,0-1 0,0 0 0,0-1 0,27-1 0,22-5-6122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36:06.84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34 49 6453,'-13'-9'1280,"-4"3"2500,14-12-2652,3 2 2164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39:28.47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31 4704,'14'-18'1283,"-12"15"82,0 5 569,-1-1-1449,1 1-218,0-1 0,-1 1-1,0 0 1,1-1 0,-1 1 0,0 0 0,0 0 0,0 0 0,1 3 1715,2-6-1247,0 0-251,0 0 0,1-1-1,-1 0 1,0 0 0,0 0 0,0 0 0,0 0 0,-1-1-1,1 0 1,0 0 0,3-4 0,-5 5-871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7:39:30.77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188 109 5056,'0'0'4296,"10"-9"-3646,21-22 559,-29 29 847,-8-28-1888,6 27 887,-44 11-664,41-7-122,-17-6-149,19 5-95,0-1 0,0 1 0,0 0 0,1 0 1,-1 0-1,0 0 0,0 0 0,0 0 0,0 0 0,0 0 0,1 1 0,-1-1 0,0 0 0,0 0 0,0 1 0,0-1 1,1 0-1,-1 1 0,0-1 0,1 1 0,-1-1 0,0 1 0,1-1 0,-1 1 0,0 0 0,1-1 0,-1 1 1,1 0-1,-1-1 0,1 1 0,-1 0 0,1 0 0,0-1 0,-1 1 0,1 0 0,0 0 0,0 0 0,0 0 1,0-1-1,-1 1 0,1 0 0,0 0 0,1 1 0,-3 4-74,2-4 243,-2 1-100,0 1 1,0-1-1,0 1 1,0 0-1,1 0 1,0-1-1,0 1 1,-1 5-1,0-1 9,-1 5-478,9-13 107,15-19-86,-7 5 96,-12 12 247,12-23 465,-16 24-418,-1 0 1,1 0-1,-1 0 1,0 0-1,1 1 1,-1-1 0,0 1-1,0 0 1,0 0-1,1 0 1,-1 0 0,0 0-1,0 1 1,1-1-1,-5 2 1,-1 1 149,0 1 0,0 0 0,1 0 1,0 1-1,-1 0 0,2 0 0,-11 10 0,16-14-4,0-1-169,0 1 0,0-1-1,0 0 1,1 0 0,-1 1-1,0-1 1,1 0-1,-1 1 1,0-1 0,1 1-1,-1-1 1,0 1 0,1-1-1,-1 1 1,1-1 0,-1 1-1,1 0 1,-1-1-1,1 1 1,-1 0 0,1-1-1,0 1 1,-1 0 0,1 0-1,0-1 1,0 1-1,0 0 1,-1 1 0,0 20 303,1-21-319,0-1 0,0 1-1,0-1 1,0 1 0,0-1-1,1 1 1,-1-1 0,0 0-1,0 1 1,0-1 0,1 1 0,-1-1-1,0 0 1,0 1 0,1-1-1,-1 0 1,0 1 0,1-1-1,-1 0 1,0 0 0,1 1 0,-1-1-1,1 0 1,-1 0 0,0 0-1,1 0 1,-1 1 0,1-1-1,-1 0 1,1 0 0,-1 0 0,1 0-1,-1 0 1,1 0 0,19-9-198,-17 7 126,1-1 1,-1 0 0,0 0-1,0 0 1,0 0-1,0 0 1,-1-1-1,1 1 1,2-6-1,0-4-169,1 1-1,1-1 0,12-16 0,-17 25 208,0 2-72,-2-1 23,2-30-51,-1 30 177,-4 3-134,-2 1 118,0 0 1,1 0 0,-1 1 0,1 0 0,-1-1 0,1 1 0,0 1 0,-8 4 0,7-3 6,1-1 1,0 1 0,0-1 0,0 1 0,0 0 0,1 1 0,0-1 0,-1 0-1,2 1 1,-1 0 0,0 0 0,1 0 0,0 0 0,0 0 0,-1 9 0,2-11 22,4 7-21,-3-9-28,-1 0 0,1 0 0,0 0 0,0 0 0,0 0 0,1 0 0,-1 0 0,0 0 0,0-1 0,0 1 0,1 0 0,-1 0 0,0 0 0,1 0-1,-1 0 1,1-1 0,-1 1 0,1 0 0,-1 0 0,1-1 0,-1 1 0,2 0 0,4 0-13,-1-1-1,1-1 1,0 1-1,-1-1 1,1 0-1,-1 0 1,1 0-1,-1-1 1,0 0-1,0 0 1,1 0-1,-1-1 1,8-6-1,-8 6-13,-2-1-1,1 0 0,0 0 0,-1 0 0,0 0 1,0 0-1,5-10 0,5-7-79,-12 20 205,-2-1-112,0 0 0,0 0-1,0 0 1,0 0 0,0 1 0,0-1 0,-1 0 0,1 1-1,-1-1 1,1 1 0,-1-1 0,0 1 0,1 0 0,-1 0-1,-2-2 1,-3 4 47,0 0 0,1 0-1,-1 1 1,1 0 0,-1 0-1,1 0 1,0 1 0,0 0-1,0 0 1,0 1 0,0-1-1,1 1 1,0 1 0,-1-1-1,2 1 1,-1-1 0,0 2-1,1-1 1,0 0 0,0 1-1,1 0 1,0-1 0,-5 12-1,-12 16 246,18-30-111,3 0-320,-1-2 152,0 0 0,0 0-1,0 0 1,0 0 0,0 0 0,1 0 0,-1-1-1,0 1 1,0 0 0,1 0 0,-1 0 0,1 0-1,-1 0 1,1-1 0,-1 1 0,1 0 0,-1 0-1,1-1 1,0 1 0,-1 0 0,1-1 0,0 1-1,0-1 1,-1 1 0,1-1 0,0 1 0,0-1-1,0 0 1,0 1 0,0-1 0,0 0 0,0 0-1,1 1 1,2-2-32,0 0 0,0 0-1,-1-1 1,1 1-1,0-1 1,-1 0 0,1 0-1,3-2 1,0 0-38,0-1 1,0 1-1,0-1 1,-1-1-1,1 1 1,-1-1-1,-1 0 1,1 0-1,-1 0 0,0-1 1,6-10-1,-10 15-22,-4-40-122,-28 47 121,25-3 102,0 1 0,0-1-1,0 1 1,0 0 0,1 0 0,-1 1 0,1 0 0,0 0 0,0 0-1,1 0 1,-1 1 0,1-1 0,-6 10 0,7-11-5,1-1 308,6 7-180,-4-8-135,0 0 0,0 0 0,1 0 0,-1 1 0,0-1 0,1 0 0,-1 0 0,1 0 0,-1 0 0,1 0 0,-1 0 0,1 0 0,0 0 0,0 0 0,-1 0-1,1-1 1,0 1 0,0 0 0,1 0 0,5-3-7,-3 0-7,0 0 0,0 0 0,0-1 0,0 1 0,0-1 0,0 0 0,-1 0 1,5-5-1,-6 6-11,-1 1-16,0-1 29,0 0 0,0 1 0,0-1 0,0 0 0,0 0 1,-1 0-1,1 0 0,-1 0 0,1-3 0,-3-4-4643,-32-17-750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70256-F349-4BE5-81C7-2937AD1B2AC5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2B018-6D35-4886-ACF8-9D9052FE04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6256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70256-F349-4BE5-81C7-2937AD1B2AC5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2B018-6D35-4886-ACF8-9D9052FE04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587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70256-F349-4BE5-81C7-2937AD1B2AC5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2B018-6D35-4886-ACF8-9D9052FE04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57228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70256-F349-4BE5-81C7-2937AD1B2AC5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2B018-6D35-4886-ACF8-9D9052FE04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1681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70256-F349-4BE5-81C7-2937AD1B2AC5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2B018-6D35-4886-ACF8-9D9052FE04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078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70256-F349-4BE5-81C7-2937AD1B2AC5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2B018-6D35-4886-ACF8-9D9052FE04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7658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70256-F349-4BE5-81C7-2937AD1B2AC5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2B018-6D35-4886-ACF8-9D9052FE04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3438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70256-F349-4BE5-81C7-2937AD1B2AC5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2B018-6D35-4886-ACF8-9D9052FE04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0753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70256-F349-4BE5-81C7-2937AD1B2AC5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2B018-6D35-4886-ACF8-9D9052FE04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2679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70256-F349-4BE5-81C7-2937AD1B2AC5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2B018-6D35-4886-ACF8-9D9052FE04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488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70256-F349-4BE5-81C7-2937AD1B2AC5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2B018-6D35-4886-ACF8-9D9052FE04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4256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1D870256-F349-4BE5-81C7-2937AD1B2AC5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0CF2B018-6D35-4886-ACF8-9D9052FE04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444070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26" Type="http://schemas.openxmlformats.org/officeDocument/2006/relationships/customXml" Target="../ink/ink13.xml"/><Relationship Id="rId3" Type="http://schemas.openxmlformats.org/officeDocument/2006/relationships/image" Target="../media/image1.png"/><Relationship Id="rId21" Type="http://schemas.openxmlformats.org/officeDocument/2006/relationships/image" Target="../media/image10.png"/><Relationship Id="rId7" Type="http://schemas.openxmlformats.org/officeDocument/2006/relationships/image" Target="../media/image3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25" Type="http://schemas.openxmlformats.org/officeDocument/2006/relationships/image" Target="../media/image12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0" Type="http://schemas.openxmlformats.org/officeDocument/2006/relationships/customXml" Target="../ink/ink10.xml"/><Relationship Id="rId29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11" Type="http://schemas.openxmlformats.org/officeDocument/2006/relationships/image" Target="../media/image5.png"/><Relationship Id="rId24" Type="http://schemas.openxmlformats.org/officeDocument/2006/relationships/customXml" Target="../ink/ink12.xml"/><Relationship Id="rId5" Type="http://schemas.openxmlformats.org/officeDocument/2006/relationships/image" Target="../media/image2.png"/><Relationship Id="rId15" Type="http://schemas.openxmlformats.org/officeDocument/2006/relationships/image" Target="../media/image7.png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10" Type="http://schemas.openxmlformats.org/officeDocument/2006/relationships/customXml" Target="../ink/ink5.xml"/><Relationship Id="rId19" Type="http://schemas.openxmlformats.org/officeDocument/2006/relationships/image" Target="../media/image9.png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72.png"/><Relationship Id="rId21" Type="http://schemas.openxmlformats.org/officeDocument/2006/relationships/image" Target="../media/image24.png"/><Relationship Id="rId42" Type="http://schemas.openxmlformats.org/officeDocument/2006/relationships/customXml" Target="../ink/ink35.xml"/><Relationship Id="rId63" Type="http://schemas.openxmlformats.org/officeDocument/2006/relationships/image" Target="../media/image45.png"/><Relationship Id="rId84" Type="http://schemas.openxmlformats.org/officeDocument/2006/relationships/customXml" Target="../ink/ink56.xml"/><Relationship Id="rId138" Type="http://schemas.openxmlformats.org/officeDocument/2006/relationships/customXml" Target="../ink/ink83.xml"/><Relationship Id="rId107" Type="http://schemas.openxmlformats.org/officeDocument/2006/relationships/image" Target="../media/image67.png"/><Relationship Id="rId11" Type="http://schemas.openxmlformats.org/officeDocument/2006/relationships/image" Target="../media/image19.png"/><Relationship Id="rId32" Type="http://schemas.openxmlformats.org/officeDocument/2006/relationships/customXml" Target="../ink/ink30.xml"/><Relationship Id="rId53" Type="http://schemas.openxmlformats.org/officeDocument/2006/relationships/image" Target="../media/image40.png"/><Relationship Id="rId74" Type="http://schemas.openxmlformats.org/officeDocument/2006/relationships/customXml" Target="../ink/ink51.xml"/><Relationship Id="rId128" Type="http://schemas.openxmlformats.org/officeDocument/2006/relationships/customXml" Target="../ink/ink78.xml"/><Relationship Id="rId149" Type="http://schemas.openxmlformats.org/officeDocument/2006/relationships/image" Target="../media/image88.png"/><Relationship Id="rId5" Type="http://schemas.openxmlformats.org/officeDocument/2006/relationships/image" Target="../media/image16.png"/><Relationship Id="rId95" Type="http://schemas.openxmlformats.org/officeDocument/2006/relationships/image" Target="../media/image61.png"/><Relationship Id="rId22" Type="http://schemas.openxmlformats.org/officeDocument/2006/relationships/customXml" Target="../ink/ink25.xml"/><Relationship Id="rId27" Type="http://schemas.openxmlformats.org/officeDocument/2006/relationships/image" Target="../media/image27.png"/><Relationship Id="rId43" Type="http://schemas.openxmlformats.org/officeDocument/2006/relationships/image" Target="../media/image35.png"/><Relationship Id="rId48" Type="http://schemas.openxmlformats.org/officeDocument/2006/relationships/customXml" Target="../ink/ink38.xml"/><Relationship Id="rId64" Type="http://schemas.openxmlformats.org/officeDocument/2006/relationships/customXml" Target="../ink/ink46.xml"/><Relationship Id="rId69" Type="http://schemas.openxmlformats.org/officeDocument/2006/relationships/image" Target="../media/image48.png"/><Relationship Id="rId113" Type="http://schemas.openxmlformats.org/officeDocument/2006/relationships/image" Target="../media/image70.png"/><Relationship Id="rId118" Type="http://schemas.openxmlformats.org/officeDocument/2006/relationships/customXml" Target="../ink/ink73.xml"/><Relationship Id="rId134" Type="http://schemas.openxmlformats.org/officeDocument/2006/relationships/customXml" Target="../ink/ink81.xml"/><Relationship Id="rId139" Type="http://schemas.openxmlformats.org/officeDocument/2006/relationships/image" Target="../media/image83.png"/><Relationship Id="rId80" Type="http://schemas.openxmlformats.org/officeDocument/2006/relationships/customXml" Target="../ink/ink54.xml"/><Relationship Id="rId85" Type="http://schemas.openxmlformats.org/officeDocument/2006/relationships/image" Target="../media/image56.png"/><Relationship Id="rId150" Type="http://schemas.openxmlformats.org/officeDocument/2006/relationships/customXml" Target="../ink/ink89.xml"/><Relationship Id="rId155" Type="http://schemas.openxmlformats.org/officeDocument/2006/relationships/image" Target="../media/image91.png"/><Relationship Id="rId12" Type="http://schemas.openxmlformats.org/officeDocument/2006/relationships/customXml" Target="../ink/ink20.xml"/><Relationship Id="rId17" Type="http://schemas.openxmlformats.org/officeDocument/2006/relationships/image" Target="../media/image22.png"/><Relationship Id="rId33" Type="http://schemas.openxmlformats.org/officeDocument/2006/relationships/image" Target="../media/image30.png"/><Relationship Id="rId38" Type="http://schemas.openxmlformats.org/officeDocument/2006/relationships/customXml" Target="../ink/ink33.xml"/><Relationship Id="rId59" Type="http://schemas.openxmlformats.org/officeDocument/2006/relationships/image" Target="../media/image43.png"/><Relationship Id="rId103" Type="http://schemas.openxmlformats.org/officeDocument/2006/relationships/image" Target="../media/image65.png"/><Relationship Id="rId108" Type="http://schemas.openxmlformats.org/officeDocument/2006/relationships/customXml" Target="../ink/ink68.xml"/><Relationship Id="rId124" Type="http://schemas.openxmlformats.org/officeDocument/2006/relationships/customXml" Target="../ink/ink76.xml"/><Relationship Id="rId129" Type="http://schemas.openxmlformats.org/officeDocument/2006/relationships/image" Target="../media/image78.png"/><Relationship Id="rId54" Type="http://schemas.openxmlformats.org/officeDocument/2006/relationships/customXml" Target="../ink/ink41.xml"/><Relationship Id="rId70" Type="http://schemas.openxmlformats.org/officeDocument/2006/relationships/customXml" Target="../ink/ink49.xml"/><Relationship Id="rId75" Type="http://schemas.openxmlformats.org/officeDocument/2006/relationships/image" Target="../media/image51.png"/><Relationship Id="rId91" Type="http://schemas.openxmlformats.org/officeDocument/2006/relationships/image" Target="../media/image59.png"/><Relationship Id="rId96" Type="http://schemas.openxmlformats.org/officeDocument/2006/relationships/customXml" Target="../ink/ink62.xml"/><Relationship Id="rId140" Type="http://schemas.openxmlformats.org/officeDocument/2006/relationships/customXml" Target="../ink/ink84.xml"/><Relationship Id="rId145" Type="http://schemas.openxmlformats.org/officeDocument/2006/relationships/image" Target="../media/image86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7.xml"/><Relationship Id="rId23" Type="http://schemas.openxmlformats.org/officeDocument/2006/relationships/image" Target="../media/image25.png"/><Relationship Id="rId28" Type="http://schemas.openxmlformats.org/officeDocument/2006/relationships/customXml" Target="../ink/ink28.xml"/><Relationship Id="rId49" Type="http://schemas.openxmlformats.org/officeDocument/2006/relationships/image" Target="../media/image38.png"/><Relationship Id="rId114" Type="http://schemas.openxmlformats.org/officeDocument/2006/relationships/customXml" Target="../ink/ink71.xml"/><Relationship Id="rId119" Type="http://schemas.openxmlformats.org/officeDocument/2006/relationships/image" Target="../media/image73.png"/><Relationship Id="rId44" Type="http://schemas.openxmlformats.org/officeDocument/2006/relationships/customXml" Target="../ink/ink36.xml"/><Relationship Id="rId60" Type="http://schemas.openxmlformats.org/officeDocument/2006/relationships/customXml" Target="../ink/ink44.xml"/><Relationship Id="rId65" Type="http://schemas.openxmlformats.org/officeDocument/2006/relationships/image" Target="../media/image46.png"/><Relationship Id="rId81" Type="http://schemas.openxmlformats.org/officeDocument/2006/relationships/image" Target="../media/image54.png"/><Relationship Id="rId86" Type="http://schemas.openxmlformats.org/officeDocument/2006/relationships/customXml" Target="../ink/ink57.xml"/><Relationship Id="rId130" Type="http://schemas.openxmlformats.org/officeDocument/2006/relationships/customXml" Target="../ink/ink79.xml"/><Relationship Id="rId135" Type="http://schemas.openxmlformats.org/officeDocument/2006/relationships/image" Target="../media/image81.png"/><Relationship Id="rId151" Type="http://schemas.openxmlformats.org/officeDocument/2006/relationships/image" Target="../media/image89.png"/><Relationship Id="rId13" Type="http://schemas.openxmlformats.org/officeDocument/2006/relationships/image" Target="../media/image20.png"/><Relationship Id="rId18" Type="http://schemas.openxmlformats.org/officeDocument/2006/relationships/customXml" Target="../ink/ink23.xml"/><Relationship Id="rId39" Type="http://schemas.openxmlformats.org/officeDocument/2006/relationships/image" Target="../media/image33.png"/><Relationship Id="rId109" Type="http://schemas.openxmlformats.org/officeDocument/2006/relationships/image" Target="../media/image68.png"/><Relationship Id="rId34" Type="http://schemas.openxmlformats.org/officeDocument/2006/relationships/customXml" Target="../ink/ink31.xml"/><Relationship Id="rId50" Type="http://schemas.openxmlformats.org/officeDocument/2006/relationships/customXml" Target="../ink/ink39.xml"/><Relationship Id="rId55" Type="http://schemas.openxmlformats.org/officeDocument/2006/relationships/image" Target="../media/image41.png"/><Relationship Id="rId76" Type="http://schemas.openxmlformats.org/officeDocument/2006/relationships/customXml" Target="../ink/ink52.xml"/><Relationship Id="rId97" Type="http://schemas.openxmlformats.org/officeDocument/2006/relationships/image" Target="../media/image62.png"/><Relationship Id="rId104" Type="http://schemas.openxmlformats.org/officeDocument/2006/relationships/customXml" Target="../ink/ink66.xml"/><Relationship Id="rId120" Type="http://schemas.openxmlformats.org/officeDocument/2006/relationships/customXml" Target="../ink/ink74.xml"/><Relationship Id="rId125" Type="http://schemas.openxmlformats.org/officeDocument/2006/relationships/image" Target="../media/image76.png"/><Relationship Id="rId141" Type="http://schemas.openxmlformats.org/officeDocument/2006/relationships/image" Target="../media/image84.png"/><Relationship Id="rId146" Type="http://schemas.openxmlformats.org/officeDocument/2006/relationships/customXml" Target="../ink/ink87.xml"/><Relationship Id="rId7" Type="http://schemas.openxmlformats.org/officeDocument/2006/relationships/image" Target="../media/image17.png"/><Relationship Id="rId71" Type="http://schemas.openxmlformats.org/officeDocument/2006/relationships/image" Target="../media/image49.png"/><Relationship Id="rId92" Type="http://schemas.openxmlformats.org/officeDocument/2006/relationships/customXml" Target="../ink/ink60.xml"/><Relationship Id="rId2" Type="http://schemas.openxmlformats.org/officeDocument/2006/relationships/customXml" Target="../ink/ink15.xml"/><Relationship Id="rId29" Type="http://schemas.openxmlformats.org/officeDocument/2006/relationships/image" Target="../media/image28.png"/><Relationship Id="rId24" Type="http://schemas.openxmlformats.org/officeDocument/2006/relationships/customXml" Target="../ink/ink26.xml"/><Relationship Id="rId40" Type="http://schemas.openxmlformats.org/officeDocument/2006/relationships/customXml" Target="../ink/ink34.xml"/><Relationship Id="rId45" Type="http://schemas.openxmlformats.org/officeDocument/2006/relationships/image" Target="../media/image36.png"/><Relationship Id="rId66" Type="http://schemas.openxmlformats.org/officeDocument/2006/relationships/customXml" Target="../ink/ink47.xml"/><Relationship Id="rId87" Type="http://schemas.openxmlformats.org/officeDocument/2006/relationships/image" Target="../media/image57.png"/><Relationship Id="rId110" Type="http://schemas.openxmlformats.org/officeDocument/2006/relationships/customXml" Target="../ink/ink69.xml"/><Relationship Id="rId115" Type="http://schemas.openxmlformats.org/officeDocument/2006/relationships/image" Target="../media/image71.png"/><Relationship Id="rId131" Type="http://schemas.openxmlformats.org/officeDocument/2006/relationships/image" Target="../media/image79.png"/><Relationship Id="rId136" Type="http://schemas.openxmlformats.org/officeDocument/2006/relationships/customXml" Target="../ink/ink82.xml"/><Relationship Id="rId61" Type="http://schemas.openxmlformats.org/officeDocument/2006/relationships/image" Target="../media/image44.png"/><Relationship Id="rId82" Type="http://schemas.openxmlformats.org/officeDocument/2006/relationships/customXml" Target="../ink/ink55.xml"/><Relationship Id="rId152" Type="http://schemas.openxmlformats.org/officeDocument/2006/relationships/customXml" Target="../ink/ink90.xml"/><Relationship Id="rId19" Type="http://schemas.openxmlformats.org/officeDocument/2006/relationships/image" Target="../media/image23.png"/><Relationship Id="rId14" Type="http://schemas.openxmlformats.org/officeDocument/2006/relationships/customXml" Target="../ink/ink21.xml"/><Relationship Id="rId30" Type="http://schemas.openxmlformats.org/officeDocument/2006/relationships/customXml" Target="../ink/ink29.xml"/><Relationship Id="rId35" Type="http://schemas.openxmlformats.org/officeDocument/2006/relationships/image" Target="../media/image31.png"/><Relationship Id="rId56" Type="http://schemas.openxmlformats.org/officeDocument/2006/relationships/customXml" Target="../ink/ink42.xml"/><Relationship Id="rId77" Type="http://schemas.openxmlformats.org/officeDocument/2006/relationships/image" Target="../media/image52.png"/><Relationship Id="rId100" Type="http://schemas.openxmlformats.org/officeDocument/2006/relationships/customXml" Target="../ink/ink64.xml"/><Relationship Id="rId105" Type="http://schemas.openxmlformats.org/officeDocument/2006/relationships/image" Target="../media/image66.png"/><Relationship Id="rId126" Type="http://schemas.openxmlformats.org/officeDocument/2006/relationships/customXml" Target="../ink/ink77.xml"/><Relationship Id="rId147" Type="http://schemas.openxmlformats.org/officeDocument/2006/relationships/image" Target="../media/image87.png"/><Relationship Id="rId8" Type="http://schemas.openxmlformats.org/officeDocument/2006/relationships/customXml" Target="../ink/ink18.xml"/><Relationship Id="rId51" Type="http://schemas.openxmlformats.org/officeDocument/2006/relationships/image" Target="../media/image39.png"/><Relationship Id="rId72" Type="http://schemas.openxmlformats.org/officeDocument/2006/relationships/customXml" Target="../ink/ink50.xml"/><Relationship Id="rId93" Type="http://schemas.openxmlformats.org/officeDocument/2006/relationships/image" Target="../media/image60.png"/><Relationship Id="rId98" Type="http://schemas.openxmlformats.org/officeDocument/2006/relationships/customXml" Target="../ink/ink63.xml"/><Relationship Id="rId121" Type="http://schemas.openxmlformats.org/officeDocument/2006/relationships/image" Target="../media/image74.png"/><Relationship Id="rId142" Type="http://schemas.openxmlformats.org/officeDocument/2006/relationships/customXml" Target="../ink/ink85.xml"/><Relationship Id="rId3" Type="http://schemas.openxmlformats.org/officeDocument/2006/relationships/image" Target="../media/image15.png"/><Relationship Id="rId25" Type="http://schemas.openxmlformats.org/officeDocument/2006/relationships/image" Target="../media/image26.png"/><Relationship Id="rId46" Type="http://schemas.openxmlformats.org/officeDocument/2006/relationships/customXml" Target="../ink/ink37.xml"/><Relationship Id="rId67" Type="http://schemas.openxmlformats.org/officeDocument/2006/relationships/image" Target="../media/image47.png"/><Relationship Id="rId116" Type="http://schemas.openxmlformats.org/officeDocument/2006/relationships/customXml" Target="../ink/ink72.xml"/><Relationship Id="rId137" Type="http://schemas.openxmlformats.org/officeDocument/2006/relationships/image" Target="../media/image82.png"/><Relationship Id="rId20" Type="http://schemas.openxmlformats.org/officeDocument/2006/relationships/customXml" Target="../ink/ink24.xml"/><Relationship Id="rId41" Type="http://schemas.openxmlformats.org/officeDocument/2006/relationships/image" Target="../media/image34.png"/><Relationship Id="rId62" Type="http://schemas.openxmlformats.org/officeDocument/2006/relationships/customXml" Target="../ink/ink45.xml"/><Relationship Id="rId83" Type="http://schemas.openxmlformats.org/officeDocument/2006/relationships/image" Target="../media/image55.png"/><Relationship Id="rId88" Type="http://schemas.openxmlformats.org/officeDocument/2006/relationships/customXml" Target="../ink/ink58.xml"/><Relationship Id="rId111" Type="http://schemas.openxmlformats.org/officeDocument/2006/relationships/image" Target="../media/image69.png"/><Relationship Id="rId132" Type="http://schemas.openxmlformats.org/officeDocument/2006/relationships/customXml" Target="../ink/ink80.xml"/><Relationship Id="rId153" Type="http://schemas.openxmlformats.org/officeDocument/2006/relationships/image" Target="../media/image90.png"/><Relationship Id="rId15" Type="http://schemas.openxmlformats.org/officeDocument/2006/relationships/image" Target="../media/image21.png"/><Relationship Id="rId36" Type="http://schemas.openxmlformats.org/officeDocument/2006/relationships/customXml" Target="../ink/ink32.xml"/><Relationship Id="rId57" Type="http://schemas.openxmlformats.org/officeDocument/2006/relationships/image" Target="../media/image42.png"/><Relationship Id="rId106" Type="http://schemas.openxmlformats.org/officeDocument/2006/relationships/customXml" Target="../ink/ink67.xml"/><Relationship Id="rId127" Type="http://schemas.openxmlformats.org/officeDocument/2006/relationships/image" Target="../media/image77.png"/><Relationship Id="rId10" Type="http://schemas.openxmlformats.org/officeDocument/2006/relationships/customXml" Target="../ink/ink19.xml"/><Relationship Id="rId31" Type="http://schemas.openxmlformats.org/officeDocument/2006/relationships/image" Target="../media/image29.png"/><Relationship Id="rId52" Type="http://schemas.openxmlformats.org/officeDocument/2006/relationships/customXml" Target="../ink/ink40.xml"/><Relationship Id="rId73" Type="http://schemas.openxmlformats.org/officeDocument/2006/relationships/image" Target="../media/image50.png"/><Relationship Id="rId78" Type="http://schemas.openxmlformats.org/officeDocument/2006/relationships/customXml" Target="../ink/ink53.xml"/><Relationship Id="rId94" Type="http://schemas.openxmlformats.org/officeDocument/2006/relationships/customXml" Target="../ink/ink61.xml"/><Relationship Id="rId99" Type="http://schemas.openxmlformats.org/officeDocument/2006/relationships/image" Target="../media/image63.png"/><Relationship Id="rId101" Type="http://schemas.openxmlformats.org/officeDocument/2006/relationships/image" Target="../media/image64.png"/><Relationship Id="rId122" Type="http://schemas.openxmlformats.org/officeDocument/2006/relationships/customXml" Target="../ink/ink75.xml"/><Relationship Id="rId143" Type="http://schemas.openxmlformats.org/officeDocument/2006/relationships/image" Target="../media/image85.png"/><Relationship Id="rId148" Type="http://schemas.openxmlformats.org/officeDocument/2006/relationships/customXml" Target="../ink/ink88.xml"/><Relationship Id="rId4" Type="http://schemas.openxmlformats.org/officeDocument/2006/relationships/customXml" Target="../ink/ink16.xml"/><Relationship Id="rId9" Type="http://schemas.openxmlformats.org/officeDocument/2006/relationships/image" Target="../media/image18.png"/><Relationship Id="rId26" Type="http://schemas.openxmlformats.org/officeDocument/2006/relationships/customXml" Target="../ink/ink27.xml"/><Relationship Id="rId47" Type="http://schemas.openxmlformats.org/officeDocument/2006/relationships/image" Target="../media/image37.png"/><Relationship Id="rId68" Type="http://schemas.openxmlformats.org/officeDocument/2006/relationships/customXml" Target="../ink/ink48.xml"/><Relationship Id="rId89" Type="http://schemas.openxmlformats.org/officeDocument/2006/relationships/image" Target="../media/image58.png"/><Relationship Id="rId112" Type="http://schemas.openxmlformats.org/officeDocument/2006/relationships/customXml" Target="../ink/ink70.xml"/><Relationship Id="rId133" Type="http://schemas.openxmlformats.org/officeDocument/2006/relationships/image" Target="../media/image80.png"/><Relationship Id="rId154" Type="http://schemas.openxmlformats.org/officeDocument/2006/relationships/customXml" Target="../ink/ink91.xml"/><Relationship Id="rId16" Type="http://schemas.openxmlformats.org/officeDocument/2006/relationships/customXml" Target="../ink/ink22.xml"/><Relationship Id="rId37" Type="http://schemas.openxmlformats.org/officeDocument/2006/relationships/image" Target="../media/image32.png"/><Relationship Id="rId58" Type="http://schemas.openxmlformats.org/officeDocument/2006/relationships/customXml" Target="../ink/ink43.xml"/><Relationship Id="rId79" Type="http://schemas.openxmlformats.org/officeDocument/2006/relationships/image" Target="../media/image53.png"/><Relationship Id="rId102" Type="http://schemas.openxmlformats.org/officeDocument/2006/relationships/customXml" Target="../ink/ink65.xml"/><Relationship Id="rId123" Type="http://schemas.openxmlformats.org/officeDocument/2006/relationships/image" Target="../media/image75.png"/><Relationship Id="rId144" Type="http://schemas.openxmlformats.org/officeDocument/2006/relationships/customXml" Target="../ink/ink86.xml"/><Relationship Id="rId90" Type="http://schemas.openxmlformats.org/officeDocument/2006/relationships/customXml" Target="../ink/ink59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7.png"/><Relationship Id="rId18" Type="http://schemas.openxmlformats.org/officeDocument/2006/relationships/customXml" Target="../ink/ink100.xml"/><Relationship Id="rId26" Type="http://schemas.openxmlformats.org/officeDocument/2006/relationships/customXml" Target="../ink/ink104.xml"/><Relationship Id="rId39" Type="http://schemas.openxmlformats.org/officeDocument/2006/relationships/image" Target="../media/image110.png"/><Relationship Id="rId21" Type="http://schemas.openxmlformats.org/officeDocument/2006/relationships/image" Target="../media/image101.png"/><Relationship Id="rId34" Type="http://schemas.openxmlformats.org/officeDocument/2006/relationships/customXml" Target="../ink/ink108.xml"/><Relationship Id="rId42" Type="http://schemas.openxmlformats.org/officeDocument/2006/relationships/customXml" Target="../ink/ink112.xml"/><Relationship Id="rId47" Type="http://schemas.openxmlformats.org/officeDocument/2006/relationships/image" Target="../media/image114.png"/><Relationship Id="rId50" Type="http://schemas.openxmlformats.org/officeDocument/2006/relationships/customXml" Target="../ink/ink116.xml"/><Relationship Id="rId7" Type="http://schemas.openxmlformats.org/officeDocument/2006/relationships/image" Target="../media/image94.png"/><Relationship Id="rId2" Type="http://schemas.openxmlformats.org/officeDocument/2006/relationships/customXml" Target="../ink/ink92.xml"/><Relationship Id="rId16" Type="http://schemas.openxmlformats.org/officeDocument/2006/relationships/customXml" Target="../ink/ink99.xml"/><Relationship Id="rId29" Type="http://schemas.openxmlformats.org/officeDocument/2006/relationships/image" Target="../media/image105.png"/><Relationship Id="rId11" Type="http://schemas.openxmlformats.org/officeDocument/2006/relationships/image" Target="../media/image96.png"/><Relationship Id="rId24" Type="http://schemas.openxmlformats.org/officeDocument/2006/relationships/customXml" Target="../ink/ink103.xml"/><Relationship Id="rId32" Type="http://schemas.openxmlformats.org/officeDocument/2006/relationships/customXml" Target="../ink/ink107.xml"/><Relationship Id="rId37" Type="http://schemas.openxmlformats.org/officeDocument/2006/relationships/image" Target="../media/image109.png"/><Relationship Id="rId40" Type="http://schemas.openxmlformats.org/officeDocument/2006/relationships/customXml" Target="../ink/ink111.xml"/><Relationship Id="rId45" Type="http://schemas.openxmlformats.org/officeDocument/2006/relationships/image" Target="../media/image113.png"/><Relationship Id="rId53" Type="http://schemas.openxmlformats.org/officeDocument/2006/relationships/image" Target="../media/image117.png"/><Relationship Id="rId5" Type="http://schemas.openxmlformats.org/officeDocument/2006/relationships/image" Target="../media/image93.png"/><Relationship Id="rId10" Type="http://schemas.openxmlformats.org/officeDocument/2006/relationships/customXml" Target="../ink/ink96.xml"/><Relationship Id="rId19" Type="http://schemas.openxmlformats.org/officeDocument/2006/relationships/image" Target="../media/image100.png"/><Relationship Id="rId31" Type="http://schemas.openxmlformats.org/officeDocument/2006/relationships/image" Target="../media/image106.png"/><Relationship Id="rId44" Type="http://schemas.openxmlformats.org/officeDocument/2006/relationships/customXml" Target="../ink/ink113.xml"/><Relationship Id="rId52" Type="http://schemas.openxmlformats.org/officeDocument/2006/relationships/customXml" Target="../ink/ink117.xml"/><Relationship Id="rId4" Type="http://schemas.openxmlformats.org/officeDocument/2006/relationships/customXml" Target="../ink/ink93.xml"/><Relationship Id="rId9" Type="http://schemas.openxmlformats.org/officeDocument/2006/relationships/image" Target="../media/image95.png"/><Relationship Id="rId14" Type="http://schemas.openxmlformats.org/officeDocument/2006/relationships/customXml" Target="../ink/ink98.xml"/><Relationship Id="rId22" Type="http://schemas.openxmlformats.org/officeDocument/2006/relationships/customXml" Target="../ink/ink102.xml"/><Relationship Id="rId27" Type="http://schemas.openxmlformats.org/officeDocument/2006/relationships/image" Target="../media/image104.png"/><Relationship Id="rId30" Type="http://schemas.openxmlformats.org/officeDocument/2006/relationships/customXml" Target="../ink/ink106.xml"/><Relationship Id="rId35" Type="http://schemas.openxmlformats.org/officeDocument/2006/relationships/image" Target="../media/image108.png"/><Relationship Id="rId43" Type="http://schemas.openxmlformats.org/officeDocument/2006/relationships/image" Target="../media/image112.png"/><Relationship Id="rId48" Type="http://schemas.openxmlformats.org/officeDocument/2006/relationships/customXml" Target="../ink/ink115.xml"/><Relationship Id="rId8" Type="http://schemas.openxmlformats.org/officeDocument/2006/relationships/customXml" Target="../ink/ink95.xml"/><Relationship Id="rId51" Type="http://schemas.openxmlformats.org/officeDocument/2006/relationships/image" Target="../media/image116.png"/><Relationship Id="rId3" Type="http://schemas.openxmlformats.org/officeDocument/2006/relationships/image" Target="../media/image92.png"/><Relationship Id="rId12" Type="http://schemas.openxmlformats.org/officeDocument/2006/relationships/customXml" Target="../ink/ink97.xml"/><Relationship Id="rId17" Type="http://schemas.openxmlformats.org/officeDocument/2006/relationships/image" Target="../media/image99.png"/><Relationship Id="rId25" Type="http://schemas.openxmlformats.org/officeDocument/2006/relationships/image" Target="../media/image103.png"/><Relationship Id="rId33" Type="http://schemas.openxmlformats.org/officeDocument/2006/relationships/image" Target="../media/image107.png"/><Relationship Id="rId38" Type="http://schemas.openxmlformats.org/officeDocument/2006/relationships/customXml" Target="../ink/ink110.xml"/><Relationship Id="rId46" Type="http://schemas.openxmlformats.org/officeDocument/2006/relationships/customXml" Target="../ink/ink114.xml"/><Relationship Id="rId20" Type="http://schemas.openxmlformats.org/officeDocument/2006/relationships/customXml" Target="../ink/ink101.xml"/><Relationship Id="rId41" Type="http://schemas.openxmlformats.org/officeDocument/2006/relationships/image" Target="../media/image111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94.xml"/><Relationship Id="rId15" Type="http://schemas.openxmlformats.org/officeDocument/2006/relationships/image" Target="../media/image98.png"/><Relationship Id="rId23" Type="http://schemas.openxmlformats.org/officeDocument/2006/relationships/image" Target="../media/image102.png"/><Relationship Id="rId28" Type="http://schemas.openxmlformats.org/officeDocument/2006/relationships/customXml" Target="../ink/ink105.xml"/><Relationship Id="rId36" Type="http://schemas.openxmlformats.org/officeDocument/2006/relationships/customXml" Target="../ink/ink109.xml"/><Relationship Id="rId49" Type="http://schemas.openxmlformats.org/officeDocument/2006/relationships/image" Target="../media/image11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3.png"/><Relationship Id="rId18" Type="http://schemas.openxmlformats.org/officeDocument/2006/relationships/customXml" Target="../ink/ink126.xml"/><Relationship Id="rId26" Type="http://schemas.openxmlformats.org/officeDocument/2006/relationships/customXml" Target="../ink/ink130.xml"/><Relationship Id="rId39" Type="http://schemas.openxmlformats.org/officeDocument/2006/relationships/image" Target="../media/image136.png"/><Relationship Id="rId21" Type="http://schemas.openxmlformats.org/officeDocument/2006/relationships/image" Target="../media/image127.png"/><Relationship Id="rId34" Type="http://schemas.openxmlformats.org/officeDocument/2006/relationships/customXml" Target="../ink/ink134.xml"/><Relationship Id="rId42" Type="http://schemas.openxmlformats.org/officeDocument/2006/relationships/customXml" Target="../ink/ink138.xml"/><Relationship Id="rId7" Type="http://schemas.openxmlformats.org/officeDocument/2006/relationships/image" Target="../media/image120.png"/><Relationship Id="rId2" Type="http://schemas.openxmlformats.org/officeDocument/2006/relationships/customXml" Target="../ink/ink118.xml"/><Relationship Id="rId16" Type="http://schemas.openxmlformats.org/officeDocument/2006/relationships/customXml" Target="../ink/ink125.xml"/><Relationship Id="rId29" Type="http://schemas.openxmlformats.org/officeDocument/2006/relationships/image" Target="../media/image131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20.xml"/><Relationship Id="rId11" Type="http://schemas.openxmlformats.org/officeDocument/2006/relationships/image" Target="../media/image122.png"/><Relationship Id="rId24" Type="http://schemas.openxmlformats.org/officeDocument/2006/relationships/customXml" Target="../ink/ink129.xml"/><Relationship Id="rId32" Type="http://schemas.openxmlformats.org/officeDocument/2006/relationships/customXml" Target="../ink/ink133.xml"/><Relationship Id="rId37" Type="http://schemas.openxmlformats.org/officeDocument/2006/relationships/image" Target="../media/image135.png"/><Relationship Id="rId40" Type="http://schemas.openxmlformats.org/officeDocument/2006/relationships/customXml" Target="../ink/ink137.xml"/><Relationship Id="rId45" Type="http://schemas.openxmlformats.org/officeDocument/2006/relationships/image" Target="../media/image139.png"/><Relationship Id="rId5" Type="http://schemas.openxmlformats.org/officeDocument/2006/relationships/image" Target="../media/image119.png"/><Relationship Id="rId15" Type="http://schemas.openxmlformats.org/officeDocument/2006/relationships/image" Target="../media/image124.png"/><Relationship Id="rId23" Type="http://schemas.openxmlformats.org/officeDocument/2006/relationships/image" Target="../media/image128.png"/><Relationship Id="rId28" Type="http://schemas.openxmlformats.org/officeDocument/2006/relationships/customXml" Target="../ink/ink131.xml"/><Relationship Id="rId36" Type="http://schemas.openxmlformats.org/officeDocument/2006/relationships/customXml" Target="../ink/ink135.xml"/><Relationship Id="rId10" Type="http://schemas.openxmlformats.org/officeDocument/2006/relationships/customXml" Target="../ink/ink122.xml"/><Relationship Id="rId19" Type="http://schemas.openxmlformats.org/officeDocument/2006/relationships/image" Target="../media/image126.png"/><Relationship Id="rId31" Type="http://schemas.openxmlformats.org/officeDocument/2006/relationships/image" Target="../media/image132.png"/><Relationship Id="rId44" Type="http://schemas.openxmlformats.org/officeDocument/2006/relationships/customXml" Target="../ink/ink139.xml"/><Relationship Id="rId4" Type="http://schemas.openxmlformats.org/officeDocument/2006/relationships/customXml" Target="../ink/ink119.xml"/><Relationship Id="rId9" Type="http://schemas.openxmlformats.org/officeDocument/2006/relationships/image" Target="../media/image121.png"/><Relationship Id="rId14" Type="http://schemas.openxmlformats.org/officeDocument/2006/relationships/customXml" Target="../ink/ink124.xml"/><Relationship Id="rId22" Type="http://schemas.openxmlformats.org/officeDocument/2006/relationships/customXml" Target="../ink/ink128.xml"/><Relationship Id="rId27" Type="http://schemas.openxmlformats.org/officeDocument/2006/relationships/image" Target="../media/image130.png"/><Relationship Id="rId30" Type="http://schemas.openxmlformats.org/officeDocument/2006/relationships/customXml" Target="../ink/ink132.xml"/><Relationship Id="rId35" Type="http://schemas.openxmlformats.org/officeDocument/2006/relationships/image" Target="../media/image134.png"/><Relationship Id="rId43" Type="http://schemas.openxmlformats.org/officeDocument/2006/relationships/image" Target="../media/image138.png"/><Relationship Id="rId8" Type="http://schemas.openxmlformats.org/officeDocument/2006/relationships/customXml" Target="../ink/ink121.xml"/><Relationship Id="rId3" Type="http://schemas.openxmlformats.org/officeDocument/2006/relationships/image" Target="../media/image118.png"/><Relationship Id="rId12" Type="http://schemas.openxmlformats.org/officeDocument/2006/relationships/customXml" Target="../ink/ink123.xml"/><Relationship Id="rId17" Type="http://schemas.openxmlformats.org/officeDocument/2006/relationships/image" Target="../media/image125.png"/><Relationship Id="rId25" Type="http://schemas.openxmlformats.org/officeDocument/2006/relationships/image" Target="../media/image129.png"/><Relationship Id="rId33" Type="http://schemas.openxmlformats.org/officeDocument/2006/relationships/image" Target="../media/image133.png"/><Relationship Id="rId38" Type="http://schemas.openxmlformats.org/officeDocument/2006/relationships/customXml" Target="../ink/ink136.xml"/><Relationship Id="rId20" Type="http://schemas.openxmlformats.org/officeDocument/2006/relationships/customXml" Target="../ink/ink127.xml"/><Relationship Id="rId41" Type="http://schemas.openxmlformats.org/officeDocument/2006/relationships/image" Target="../media/image137.png"/></Relationships>
</file>

<file path=ppt/slides/_rels/slide6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52.xml"/><Relationship Id="rId21" Type="http://schemas.openxmlformats.org/officeDocument/2006/relationships/image" Target="../media/image149.png"/><Relationship Id="rId42" Type="http://schemas.openxmlformats.org/officeDocument/2006/relationships/customXml" Target="../ink/ink160.xml"/><Relationship Id="rId47" Type="http://schemas.openxmlformats.org/officeDocument/2006/relationships/image" Target="../media/image162.png"/><Relationship Id="rId63" Type="http://schemas.openxmlformats.org/officeDocument/2006/relationships/image" Target="../media/image170.png"/><Relationship Id="rId68" Type="http://schemas.openxmlformats.org/officeDocument/2006/relationships/customXml" Target="../ink/ink173.xml"/><Relationship Id="rId16" Type="http://schemas.openxmlformats.org/officeDocument/2006/relationships/customXml" Target="../ink/ink147.xml"/><Relationship Id="rId11" Type="http://schemas.openxmlformats.org/officeDocument/2006/relationships/image" Target="../media/image144.png"/><Relationship Id="rId32" Type="http://schemas.openxmlformats.org/officeDocument/2006/relationships/customXml" Target="../ink/ink155.xml"/><Relationship Id="rId37" Type="http://schemas.openxmlformats.org/officeDocument/2006/relationships/image" Target="../media/image157.png"/><Relationship Id="rId53" Type="http://schemas.openxmlformats.org/officeDocument/2006/relationships/image" Target="../media/image165.png"/><Relationship Id="rId58" Type="http://schemas.openxmlformats.org/officeDocument/2006/relationships/customXml" Target="../ink/ink168.xml"/><Relationship Id="rId74" Type="http://schemas.openxmlformats.org/officeDocument/2006/relationships/customXml" Target="../ink/ink176.xml"/><Relationship Id="rId79" Type="http://schemas.openxmlformats.org/officeDocument/2006/relationships/image" Target="../media/image178.png"/><Relationship Id="rId5" Type="http://schemas.openxmlformats.org/officeDocument/2006/relationships/image" Target="../media/image141.png"/><Relationship Id="rId61" Type="http://schemas.openxmlformats.org/officeDocument/2006/relationships/image" Target="../media/image169.png"/><Relationship Id="rId82" Type="http://schemas.openxmlformats.org/officeDocument/2006/relationships/customXml" Target="../ink/ink180.xml"/><Relationship Id="rId19" Type="http://schemas.openxmlformats.org/officeDocument/2006/relationships/image" Target="../media/image148.png"/><Relationship Id="rId14" Type="http://schemas.openxmlformats.org/officeDocument/2006/relationships/customXml" Target="../ink/ink146.xml"/><Relationship Id="rId22" Type="http://schemas.openxmlformats.org/officeDocument/2006/relationships/customXml" Target="../ink/ink150.xml"/><Relationship Id="rId27" Type="http://schemas.openxmlformats.org/officeDocument/2006/relationships/image" Target="../media/image152.png"/><Relationship Id="rId30" Type="http://schemas.openxmlformats.org/officeDocument/2006/relationships/customXml" Target="../ink/ink154.xml"/><Relationship Id="rId35" Type="http://schemas.openxmlformats.org/officeDocument/2006/relationships/image" Target="../media/image156.png"/><Relationship Id="rId43" Type="http://schemas.openxmlformats.org/officeDocument/2006/relationships/image" Target="../media/image160.png"/><Relationship Id="rId48" Type="http://schemas.openxmlformats.org/officeDocument/2006/relationships/customXml" Target="../ink/ink163.xml"/><Relationship Id="rId56" Type="http://schemas.openxmlformats.org/officeDocument/2006/relationships/customXml" Target="../ink/ink167.xml"/><Relationship Id="rId64" Type="http://schemas.openxmlformats.org/officeDocument/2006/relationships/customXml" Target="../ink/ink171.xml"/><Relationship Id="rId69" Type="http://schemas.openxmlformats.org/officeDocument/2006/relationships/image" Target="../media/image173.png"/><Relationship Id="rId77" Type="http://schemas.openxmlformats.org/officeDocument/2006/relationships/image" Target="../media/image177.png"/><Relationship Id="rId8" Type="http://schemas.openxmlformats.org/officeDocument/2006/relationships/customXml" Target="../ink/ink143.xml"/><Relationship Id="rId51" Type="http://schemas.openxmlformats.org/officeDocument/2006/relationships/image" Target="../media/image164.png"/><Relationship Id="rId72" Type="http://schemas.openxmlformats.org/officeDocument/2006/relationships/customXml" Target="../ink/ink175.xml"/><Relationship Id="rId80" Type="http://schemas.openxmlformats.org/officeDocument/2006/relationships/customXml" Target="../ink/ink179.xml"/><Relationship Id="rId3" Type="http://schemas.openxmlformats.org/officeDocument/2006/relationships/image" Target="../media/image140.png"/><Relationship Id="rId12" Type="http://schemas.openxmlformats.org/officeDocument/2006/relationships/customXml" Target="../ink/ink145.xml"/><Relationship Id="rId17" Type="http://schemas.openxmlformats.org/officeDocument/2006/relationships/image" Target="../media/image147.png"/><Relationship Id="rId25" Type="http://schemas.openxmlformats.org/officeDocument/2006/relationships/image" Target="../media/image151.png"/><Relationship Id="rId33" Type="http://schemas.openxmlformats.org/officeDocument/2006/relationships/image" Target="../media/image155.png"/><Relationship Id="rId38" Type="http://schemas.openxmlformats.org/officeDocument/2006/relationships/customXml" Target="../ink/ink158.xml"/><Relationship Id="rId46" Type="http://schemas.openxmlformats.org/officeDocument/2006/relationships/customXml" Target="../ink/ink162.xml"/><Relationship Id="rId59" Type="http://schemas.openxmlformats.org/officeDocument/2006/relationships/image" Target="../media/image168.png"/><Relationship Id="rId67" Type="http://schemas.openxmlformats.org/officeDocument/2006/relationships/image" Target="../media/image172.png"/><Relationship Id="rId20" Type="http://schemas.openxmlformats.org/officeDocument/2006/relationships/customXml" Target="../ink/ink149.xml"/><Relationship Id="rId41" Type="http://schemas.openxmlformats.org/officeDocument/2006/relationships/image" Target="../media/image159.png"/><Relationship Id="rId54" Type="http://schemas.openxmlformats.org/officeDocument/2006/relationships/customXml" Target="../ink/ink166.xml"/><Relationship Id="rId62" Type="http://schemas.openxmlformats.org/officeDocument/2006/relationships/customXml" Target="../ink/ink170.xml"/><Relationship Id="rId70" Type="http://schemas.openxmlformats.org/officeDocument/2006/relationships/customXml" Target="../ink/ink174.xml"/><Relationship Id="rId75" Type="http://schemas.openxmlformats.org/officeDocument/2006/relationships/image" Target="../media/image176.png"/><Relationship Id="rId83" Type="http://schemas.openxmlformats.org/officeDocument/2006/relationships/image" Target="../media/image180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42.xml"/><Relationship Id="rId15" Type="http://schemas.openxmlformats.org/officeDocument/2006/relationships/image" Target="../media/image146.png"/><Relationship Id="rId23" Type="http://schemas.openxmlformats.org/officeDocument/2006/relationships/image" Target="../media/image150.png"/><Relationship Id="rId28" Type="http://schemas.openxmlformats.org/officeDocument/2006/relationships/customXml" Target="../ink/ink153.xml"/><Relationship Id="rId36" Type="http://schemas.openxmlformats.org/officeDocument/2006/relationships/customXml" Target="../ink/ink157.xml"/><Relationship Id="rId49" Type="http://schemas.openxmlformats.org/officeDocument/2006/relationships/image" Target="../media/image163.png"/><Relationship Id="rId57" Type="http://schemas.openxmlformats.org/officeDocument/2006/relationships/image" Target="../media/image167.png"/><Relationship Id="rId10" Type="http://schemas.openxmlformats.org/officeDocument/2006/relationships/customXml" Target="../ink/ink144.xml"/><Relationship Id="rId31" Type="http://schemas.openxmlformats.org/officeDocument/2006/relationships/image" Target="../media/image154.png"/><Relationship Id="rId44" Type="http://schemas.openxmlformats.org/officeDocument/2006/relationships/customXml" Target="../ink/ink161.xml"/><Relationship Id="rId52" Type="http://schemas.openxmlformats.org/officeDocument/2006/relationships/customXml" Target="../ink/ink165.xml"/><Relationship Id="rId60" Type="http://schemas.openxmlformats.org/officeDocument/2006/relationships/customXml" Target="../ink/ink169.xml"/><Relationship Id="rId65" Type="http://schemas.openxmlformats.org/officeDocument/2006/relationships/image" Target="../media/image171.png"/><Relationship Id="rId73" Type="http://schemas.openxmlformats.org/officeDocument/2006/relationships/image" Target="../media/image175.png"/><Relationship Id="rId78" Type="http://schemas.openxmlformats.org/officeDocument/2006/relationships/customXml" Target="../ink/ink178.xml"/><Relationship Id="rId81" Type="http://schemas.openxmlformats.org/officeDocument/2006/relationships/image" Target="../media/image179.png"/><Relationship Id="rId4" Type="http://schemas.openxmlformats.org/officeDocument/2006/relationships/customXml" Target="../ink/ink141.xml"/><Relationship Id="rId9" Type="http://schemas.openxmlformats.org/officeDocument/2006/relationships/image" Target="../media/image143.png"/><Relationship Id="rId13" Type="http://schemas.openxmlformats.org/officeDocument/2006/relationships/image" Target="../media/image145.png"/><Relationship Id="rId18" Type="http://schemas.openxmlformats.org/officeDocument/2006/relationships/customXml" Target="../ink/ink148.xml"/><Relationship Id="rId39" Type="http://schemas.openxmlformats.org/officeDocument/2006/relationships/image" Target="../media/image158.png"/><Relationship Id="rId34" Type="http://schemas.openxmlformats.org/officeDocument/2006/relationships/customXml" Target="../ink/ink156.xml"/><Relationship Id="rId50" Type="http://schemas.openxmlformats.org/officeDocument/2006/relationships/customXml" Target="../ink/ink164.xml"/><Relationship Id="rId55" Type="http://schemas.openxmlformats.org/officeDocument/2006/relationships/image" Target="../media/image166.png"/><Relationship Id="rId76" Type="http://schemas.openxmlformats.org/officeDocument/2006/relationships/customXml" Target="../ink/ink177.xml"/><Relationship Id="rId7" Type="http://schemas.openxmlformats.org/officeDocument/2006/relationships/image" Target="../media/image142.png"/><Relationship Id="rId71" Type="http://schemas.openxmlformats.org/officeDocument/2006/relationships/image" Target="../media/image174.png"/><Relationship Id="rId2" Type="http://schemas.openxmlformats.org/officeDocument/2006/relationships/customXml" Target="../ink/ink140.xml"/><Relationship Id="rId29" Type="http://schemas.openxmlformats.org/officeDocument/2006/relationships/image" Target="../media/image153.png"/><Relationship Id="rId24" Type="http://schemas.openxmlformats.org/officeDocument/2006/relationships/customXml" Target="../ink/ink151.xml"/><Relationship Id="rId40" Type="http://schemas.openxmlformats.org/officeDocument/2006/relationships/customXml" Target="../ink/ink159.xml"/><Relationship Id="rId45" Type="http://schemas.openxmlformats.org/officeDocument/2006/relationships/image" Target="../media/image161.png"/><Relationship Id="rId66" Type="http://schemas.openxmlformats.org/officeDocument/2006/relationships/customXml" Target="../ink/ink17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D5C0CC1F-A62E-710F-6E45-A58993D478E9}"/>
              </a:ext>
            </a:extLst>
          </p:cNvPr>
          <p:cNvGrpSpPr/>
          <p:nvPr/>
        </p:nvGrpSpPr>
        <p:grpSpPr>
          <a:xfrm>
            <a:off x="1889755" y="671388"/>
            <a:ext cx="1830960" cy="2071800"/>
            <a:chOff x="1889755" y="671388"/>
            <a:chExt cx="1830960" cy="2071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E049C2A8-4B70-6D0F-7152-097B7FA9E999}"/>
                    </a:ext>
                  </a:extLst>
                </p14:cNvPr>
                <p14:cNvContentPartPr/>
                <p14:nvPr/>
              </p14:nvContentPartPr>
              <p14:xfrm>
                <a:off x="1889755" y="830148"/>
                <a:ext cx="834120" cy="191304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E049C2A8-4B70-6D0F-7152-097B7FA9E99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885435" y="825828"/>
                  <a:ext cx="842760" cy="19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C40DDD9A-0AF6-7412-33C2-A09BEFA7BF24}"/>
                    </a:ext>
                  </a:extLst>
                </p14:cNvPr>
                <p14:cNvContentPartPr/>
                <p14:nvPr/>
              </p14:nvContentPartPr>
              <p14:xfrm>
                <a:off x="2894515" y="1040388"/>
                <a:ext cx="37800" cy="5029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C40DDD9A-0AF6-7412-33C2-A09BEFA7BF2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890195" y="1036068"/>
                  <a:ext cx="46440" cy="51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1016DE02-B9ED-D11A-09DE-6D08DC0DDE71}"/>
                    </a:ext>
                  </a:extLst>
                </p14:cNvPr>
                <p14:cNvContentPartPr/>
                <p14:nvPr/>
              </p14:nvContentPartPr>
              <p14:xfrm>
                <a:off x="2762035" y="723228"/>
                <a:ext cx="5040" cy="360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1016DE02-B9ED-D11A-09DE-6D08DC0DDE7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757715" y="718908"/>
                  <a:ext cx="1368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BE5B4A65-3D03-41A4-44FF-297796FC7234}"/>
                    </a:ext>
                  </a:extLst>
                </p14:cNvPr>
                <p14:cNvContentPartPr/>
                <p14:nvPr/>
              </p14:nvContentPartPr>
              <p14:xfrm>
                <a:off x="3209155" y="671388"/>
                <a:ext cx="221400" cy="6656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BE5B4A65-3D03-41A4-44FF-297796FC723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204835" y="667068"/>
                  <a:ext cx="230040" cy="67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8E752F6-6512-B9E7-A8C6-B80A2BB10BE9}"/>
                    </a:ext>
                  </a:extLst>
                </p14:cNvPr>
                <p14:cNvContentPartPr/>
                <p14:nvPr/>
              </p14:nvContentPartPr>
              <p14:xfrm>
                <a:off x="3071635" y="1010868"/>
                <a:ext cx="649080" cy="2271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78E752F6-6512-B9E7-A8C6-B80A2BB10BE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067315" y="1006548"/>
                  <a:ext cx="657720" cy="23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97B8FB5-FC5E-7A94-03CA-86A05ABA596A}"/>
              </a:ext>
            </a:extLst>
          </p:cNvPr>
          <p:cNvGrpSpPr/>
          <p:nvPr/>
        </p:nvGrpSpPr>
        <p:grpSpPr>
          <a:xfrm>
            <a:off x="2009635" y="487428"/>
            <a:ext cx="7877520" cy="1555200"/>
            <a:chOff x="2009635" y="487428"/>
            <a:chExt cx="7877520" cy="1555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B36F651-817E-4A0A-F61E-C7AEDEFE9AA1}"/>
                    </a:ext>
                  </a:extLst>
                </p14:cNvPr>
                <p14:cNvContentPartPr/>
                <p14:nvPr/>
              </p14:nvContentPartPr>
              <p14:xfrm>
                <a:off x="5723395" y="511548"/>
                <a:ext cx="346680" cy="9543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B36F651-817E-4A0A-F61E-C7AEDEFE9AA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717275" y="505428"/>
                  <a:ext cx="358920" cy="9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8B4745E-851A-64B0-4E81-C86F704A96F7}"/>
                    </a:ext>
                  </a:extLst>
                </p14:cNvPr>
                <p14:cNvContentPartPr/>
                <p14:nvPr/>
              </p14:nvContentPartPr>
              <p14:xfrm>
                <a:off x="6614395" y="633228"/>
                <a:ext cx="78840" cy="6436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8B4745E-851A-64B0-4E81-C86F704A96F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608275" y="627108"/>
                  <a:ext cx="91080" cy="65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7A8E634-AB34-137C-1C47-BF8B34C251ED}"/>
                    </a:ext>
                  </a:extLst>
                </p14:cNvPr>
                <p14:cNvContentPartPr/>
                <p14:nvPr/>
              </p14:nvContentPartPr>
              <p14:xfrm>
                <a:off x="6250435" y="817548"/>
                <a:ext cx="984240" cy="3902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7A8E634-AB34-137C-1C47-BF8B34C251E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244315" y="811428"/>
                  <a:ext cx="996480" cy="40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E156919-772D-8B6D-402B-3159D6280D69}"/>
                    </a:ext>
                  </a:extLst>
                </p14:cNvPr>
                <p14:cNvContentPartPr/>
                <p14:nvPr/>
              </p14:nvContentPartPr>
              <p14:xfrm>
                <a:off x="7634995" y="487428"/>
                <a:ext cx="130320" cy="6692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E156919-772D-8B6D-402B-3159D6280D6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628875" y="481308"/>
                  <a:ext cx="142560" cy="68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33CD09A-A946-9B8B-8223-8B747B2CFAC8}"/>
                    </a:ext>
                  </a:extLst>
                </p14:cNvPr>
                <p14:cNvContentPartPr/>
                <p14:nvPr/>
              </p14:nvContentPartPr>
              <p14:xfrm>
                <a:off x="7501795" y="789468"/>
                <a:ext cx="1319040" cy="5072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33CD09A-A946-9B8B-8223-8B747B2CFAC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495675" y="783348"/>
                  <a:ext cx="1331280" cy="51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2EB8C45-B8EB-1215-51EA-3E8A64EDCB8B}"/>
                    </a:ext>
                  </a:extLst>
                </p14:cNvPr>
                <p14:cNvContentPartPr/>
                <p14:nvPr/>
              </p14:nvContentPartPr>
              <p14:xfrm>
                <a:off x="9168235" y="862188"/>
                <a:ext cx="25560" cy="460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2EB8C45-B8EB-1215-51EA-3E8A64EDCB8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162115" y="856068"/>
                  <a:ext cx="3780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7474B6B-1DB8-12E2-3C71-E67560326250}"/>
                    </a:ext>
                  </a:extLst>
                </p14:cNvPr>
                <p14:cNvContentPartPr/>
                <p14:nvPr/>
              </p14:nvContentPartPr>
              <p14:xfrm>
                <a:off x="5094115" y="1892148"/>
                <a:ext cx="4793040" cy="1504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7474B6B-1DB8-12E2-3C71-E6756032625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087995" y="1886028"/>
                  <a:ext cx="480528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0478B4C-20CA-80A7-DB85-73F68FFC125D}"/>
                    </a:ext>
                  </a:extLst>
                </p14:cNvPr>
                <p14:cNvContentPartPr/>
                <p14:nvPr/>
              </p14:nvContentPartPr>
              <p14:xfrm>
                <a:off x="2009635" y="1649148"/>
                <a:ext cx="758880" cy="1393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0478B4C-20CA-80A7-DB85-73F68FFC125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003515" y="1643028"/>
                  <a:ext cx="77112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B6862EF-D5DD-216D-DFA9-0530B5D67157}"/>
                    </a:ext>
                  </a:extLst>
                </p14:cNvPr>
                <p14:cNvContentPartPr/>
                <p14:nvPr/>
              </p14:nvContentPartPr>
              <p14:xfrm>
                <a:off x="2732875" y="1817268"/>
                <a:ext cx="2239560" cy="2239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B6862EF-D5DD-216D-DFA9-0530B5D6715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726755" y="1811148"/>
                  <a:ext cx="2251800" cy="236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0797990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7E665DE-3191-84A4-EE75-E29A0A43B797}"/>
              </a:ext>
            </a:extLst>
          </p:cNvPr>
          <p:cNvGrpSpPr/>
          <p:nvPr/>
        </p:nvGrpSpPr>
        <p:grpSpPr>
          <a:xfrm>
            <a:off x="899003" y="159140"/>
            <a:ext cx="2795400" cy="1189800"/>
            <a:chOff x="899003" y="159140"/>
            <a:chExt cx="2795400" cy="1189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05EA1997-B1DB-1AF0-7696-32A1C93CB870}"/>
                    </a:ext>
                  </a:extLst>
                </p14:cNvPr>
                <p14:cNvContentPartPr/>
                <p14:nvPr/>
              </p14:nvContentPartPr>
              <p14:xfrm>
                <a:off x="899003" y="159140"/>
                <a:ext cx="508320" cy="101844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05EA1997-B1DB-1AF0-7696-32A1C93CB87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92883" y="153020"/>
                  <a:ext cx="520560" cy="10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0D16BC36-8D36-2E58-6E2F-F735C0BBF730}"/>
                    </a:ext>
                  </a:extLst>
                </p14:cNvPr>
                <p14:cNvContentPartPr/>
                <p14:nvPr/>
              </p14:nvContentPartPr>
              <p14:xfrm>
                <a:off x="1108523" y="366500"/>
                <a:ext cx="57960" cy="9824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0D16BC36-8D36-2E58-6E2F-F735C0BBF73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102403" y="360380"/>
                  <a:ext cx="70200" cy="9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FF1ADCC-EA83-1189-13B7-158385AFC74D}"/>
                    </a:ext>
                  </a:extLst>
                </p14:cNvPr>
                <p14:cNvContentPartPr/>
                <p14:nvPr/>
              </p14:nvContentPartPr>
              <p14:xfrm>
                <a:off x="1568963" y="572420"/>
                <a:ext cx="153720" cy="3600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FF1ADCC-EA83-1189-13B7-158385AFC74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562843" y="566300"/>
                  <a:ext cx="165960" cy="37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DBF9FD2-49AD-7E77-A81A-724A7E24DEC9}"/>
                    </a:ext>
                  </a:extLst>
                </p14:cNvPr>
                <p14:cNvContentPartPr/>
                <p14:nvPr/>
              </p14:nvContentPartPr>
              <p14:xfrm>
                <a:off x="1982963" y="400340"/>
                <a:ext cx="863640" cy="4662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DBF9FD2-49AD-7E77-A81A-724A7E24DEC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976843" y="394220"/>
                  <a:ext cx="875880" cy="47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4373DF1-F024-0935-13C8-259520883A12}"/>
                    </a:ext>
                  </a:extLst>
                </p14:cNvPr>
                <p14:cNvContentPartPr/>
                <p14:nvPr/>
              </p14:nvContentPartPr>
              <p14:xfrm>
                <a:off x="2889803" y="472340"/>
                <a:ext cx="396000" cy="4165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4373DF1-F024-0935-13C8-259520883A1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883683" y="466220"/>
                  <a:ext cx="408240" cy="42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6AD1B0D-FBA4-36A9-0E6A-C5492A6DCA89}"/>
                    </a:ext>
                  </a:extLst>
                </p14:cNvPr>
                <p14:cNvContentPartPr/>
                <p14:nvPr/>
              </p14:nvContentPartPr>
              <p14:xfrm>
                <a:off x="3666323" y="442100"/>
                <a:ext cx="28080" cy="154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6AD1B0D-FBA4-36A9-0E6A-C5492A6DCA8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660203" y="435980"/>
                  <a:ext cx="40320" cy="2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A48E22D-373F-0422-D544-09C9658641C7}"/>
              </a:ext>
            </a:extLst>
          </p:cNvPr>
          <p:cNvGrpSpPr/>
          <p:nvPr/>
        </p:nvGrpSpPr>
        <p:grpSpPr>
          <a:xfrm>
            <a:off x="4984283" y="92900"/>
            <a:ext cx="7160400" cy="2574000"/>
            <a:chOff x="4984283" y="92900"/>
            <a:chExt cx="7160400" cy="2574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18F6A68-64F0-227A-5D16-DB3F0F63576E}"/>
                    </a:ext>
                  </a:extLst>
                </p14:cNvPr>
                <p14:cNvContentPartPr/>
                <p14:nvPr/>
              </p14:nvContentPartPr>
              <p14:xfrm>
                <a:off x="4984283" y="771140"/>
                <a:ext cx="1150560" cy="363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18F6A68-64F0-227A-5D16-DB3F0F63576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978163" y="765020"/>
                  <a:ext cx="116280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60C5F96-9900-37DD-59A5-97CDBDAAAD04}"/>
                    </a:ext>
                  </a:extLst>
                </p14:cNvPr>
                <p14:cNvContentPartPr/>
                <p14:nvPr/>
              </p14:nvContentPartPr>
              <p14:xfrm>
                <a:off x="6769163" y="434540"/>
                <a:ext cx="160560" cy="6775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60C5F96-9900-37DD-59A5-97CDBDAAAD0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763043" y="428420"/>
                  <a:ext cx="172800" cy="68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E52831D-005A-5A95-2AC6-F3BF60D8642D}"/>
                    </a:ext>
                  </a:extLst>
                </p14:cNvPr>
                <p14:cNvContentPartPr/>
                <p14:nvPr/>
              </p14:nvContentPartPr>
              <p14:xfrm>
                <a:off x="6814883" y="196580"/>
                <a:ext cx="745560" cy="8305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E52831D-005A-5A95-2AC6-F3BF60D8642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808763" y="190460"/>
                  <a:ext cx="757800" cy="84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45846C2-786A-6D2B-F2C8-96EC45EC8C76}"/>
                    </a:ext>
                  </a:extLst>
                </p14:cNvPr>
                <p14:cNvContentPartPr/>
                <p14:nvPr/>
              </p14:nvContentPartPr>
              <p14:xfrm>
                <a:off x="7679603" y="699500"/>
                <a:ext cx="659880" cy="2127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45846C2-786A-6D2B-F2C8-96EC45EC8C7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673483" y="693380"/>
                  <a:ext cx="67212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EE07B0B-9327-A764-A0A7-BB357C969DBB}"/>
                    </a:ext>
                  </a:extLst>
                </p14:cNvPr>
                <p14:cNvContentPartPr/>
                <p14:nvPr/>
              </p14:nvContentPartPr>
              <p14:xfrm>
                <a:off x="8320763" y="343460"/>
                <a:ext cx="64440" cy="741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EE07B0B-9327-A764-A0A7-BB357C969DB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314643" y="337340"/>
                  <a:ext cx="7668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28FA9EF-BC69-1BB6-A6F4-07CDD95B5C56}"/>
                    </a:ext>
                  </a:extLst>
                </p14:cNvPr>
                <p14:cNvContentPartPr/>
                <p14:nvPr/>
              </p14:nvContentPartPr>
              <p14:xfrm>
                <a:off x="8720003" y="208820"/>
                <a:ext cx="45000" cy="7045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28FA9EF-BC69-1BB6-A6F4-07CDD95B5C5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713883" y="202700"/>
                  <a:ext cx="57240" cy="71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D0FEB90-6F23-9C0B-E9C5-5FFA47AF2CA7}"/>
                    </a:ext>
                  </a:extLst>
                </p14:cNvPr>
                <p14:cNvContentPartPr/>
                <p14:nvPr/>
              </p14:nvContentPartPr>
              <p14:xfrm>
                <a:off x="9018803" y="219980"/>
                <a:ext cx="474120" cy="8042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D0FEB90-6F23-9C0B-E9C5-5FFA47AF2CA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012683" y="213860"/>
                  <a:ext cx="486360" cy="81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F8E80AA-F590-E1FF-B453-A17794955B84}"/>
                    </a:ext>
                  </a:extLst>
                </p14:cNvPr>
                <p14:cNvContentPartPr/>
                <p14:nvPr/>
              </p14:nvContentPartPr>
              <p14:xfrm>
                <a:off x="9955883" y="737300"/>
                <a:ext cx="534600" cy="536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F8E80AA-F590-E1FF-B453-A17794955B8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949763" y="731180"/>
                  <a:ext cx="54684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E6A67DD-2FB1-1DBD-DDEF-4DF3CA46034A}"/>
                    </a:ext>
                  </a:extLst>
                </p14:cNvPr>
                <p14:cNvContentPartPr/>
                <p14:nvPr/>
              </p14:nvContentPartPr>
              <p14:xfrm>
                <a:off x="10639883" y="365780"/>
                <a:ext cx="77040" cy="8287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E6A67DD-2FB1-1DBD-DDEF-4DF3CA46034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633763" y="359660"/>
                  <a:ext cx="89280" cy="84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0D66ECA-8DAB-960E-BA43-B6E45ACADA8D}"/>
                    </a:ext>
                  </a:extLst>
                </p14:cNvPr>
                <p14:cNvContentPartPr/>
                <p14:nvPr/>
              </p14:nvContentPartPr>
              <p14:xfrm>
                <a:off x="10623683" y="92900"/>
                <a:ext cx="371520" cy="6872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0D66ECA-8DAB-960E-BA43-B6E45ACADA8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617563" y="86780"/>
                  <a:ext cx="383760" cy="69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8CB87A1-DC44-AB8B-F29D-07899B2EF244}"/>
                    </a:ext>
                  </a:extLst>
                </p14:cNvPr>
                <p14:cNvContentPartPr/>
                <p14:nvPr/>
              </p14:nvContentPartPr>
              <p14:xfrm>
                <a:off x="11004923" y="459740"/>
                <a:ext cx="904680" cy="5637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8CB87A1-DC44-AB8B-F29D-07899B2EF24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998803" y="453620"/>
                  <a:ext cx="916920" cy="57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9B01635-8091-E0DE-E6A7-01DE07041F02}"/>
                    </a:ext>
                  </a:extLst>
                </p14:cNvPr>
                <p14:cNvContentPartPr/>
                <p14:nvPr/>
              </p14:nvContentPartPr>
              <p14:xfrm>
                <a:off x="11852363" y="611660"/>
                <a:ext cx="18360" cy="176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9B01635-8091-E0DE-E6A7-01DE07041F0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1846243" y="605540"/>
                  <a:ext cx="3060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98B5CCB-AA18-5D20-B8DC-0BB9D3EFB844}"/>
                    </a:ext>
                  </a:extLst>
                </p14:cNvPr>
                <p14:cNvContentPartPr/>
                <p14:nvPr/>
              </p14:nvContentPartPr>
              <p14:xfrm>
                <a:off x="11964683" y="498620"/>
                <a:ext cx="180000" cy="4410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98B5CCB-AA18-5D20-B8DC-0BB9D3EFB84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1958563" y="492500"/>
                  <a:ext cx="192240" cy="45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DA02AD8-9F82-DEEF-0523-1803C60D8DA5}"/>
                    </a:ext>
                  </a:extLst>
                </p14:cNvPr>
                <p14:cNvContentPartPr/>
                <p14:nvPr/>
              </p14:nvContentPartPr>
              <p14:xfrm>
                <a:off x="5923523" y="2081900"/>
                <a:ext cx="1071000" cy="1144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DA02AD8-9F82-DEEF-0523-1803C60D8DA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917403" y="2075780"/>
                  <a:ext cx="108324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AE6F73D-82D4-0C8F-1A8C-6DCC06401098}"/>
                    </a:ext>
                  </a:extLst>
                </p14:cNvPr>
                <p14:cNvContentPartPr/>
                <p14:nvPr/>
              </p14:nvContentPartPr>
              <p14:xfrm>
                <a:off x="6820283" y="1530740"/>
                <a:ext cx="297000" cy="11361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AE6F73D-82D4-0C8F-1A8C-6DCC0640109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814163" y="1524620"/>
                  <a:ext cx="309240" cy="11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62322AD-DE8A-9ED9-CC01-294DE101213D}"/>
                    </a:ext>
                  </a:extLst>
                </p14:cNvPr>
                <p14:cNvContentPartPr/>
                <p14:nvPr/>
              </p14:nvContentPartPr>
              <p14:xfrm>
                <a:off x="7447763" y="1685900"/>
                <a:ext cx="81000" cy="5990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62322AD-DE8A-9ED9-CC01-294DE101213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441643" y="1679780"/>
                  <a:ext cx="93240" cy="61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7F57FD3-D798-33C0-8F32-673A349007E5}"/>
                    </a:ext>
                  </a:extLst>
                </p14:cNvPr>
                <p14:cNvContentPartPr/>
                <p14:nvPr/>
              </p14:nvContentPartPr>
              <p14:xfrm>
                <a:off x="7442723" y="1433180"/>
                <a:ext cx="309960" cy="9075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7F57FD3-D798-33C0-8F32-673A349007E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436603" y="1427060"/>
                  <a:ext cx="322200" cy="9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E9D95D0-2F9A-4A27-340A-FBCFB6CDDD45}"/>
                    </a:ext>
                  </a:extLst>
                </p14:cNvPr>
                <p14:cNvContentPartPr/>
                <p14:nvPr/>
              </p14:nvContentPartPr>
              <p14:xfrm>
                <a:off x="7892723" y="1837820"/>
                <a:ext cx="266760" cy="4712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E9D95D0-2F9A-4A27-340A-FBCFB6CDDD4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886603" y="1831700"/>
                  <a:ext cx="279000" cy="48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9A377A5-6FE7-8203-BD99-E508A370E46D}"/>
                    </a:ext>
                  </a:extLst>
                </p14:cNvPr>
                <p14:cNvContentPartPr/>
                <p14:nvPr/>
              </p14:nvContentPartPr>
              <p14:xfrm>
                <a:off x="8322563" y="1592300"/>
                <a:ext cx="1229760" cy="5284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9A377A5-6FE7-8203-BD99-E508A370E46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316443" y="1586180"/>
                  <a:ext cx="1242000" cy="54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5025675-7A23-D87B-F490-D91AFDA605F7}"/>
                    </a:ext>
                  </a:extLst>
                </p14:cNvPr>
                <p14:cNvContentPartPr/>
                <p14:nvPr/>
              </p14:nvContentPartPr>
              <p14:xfrm>
                <a:off x="9712163" y="1508060"/>
                <a:ext cx="737280" cy="5367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5025675-7A23-D87B-F490-D91AFDA605F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706043" y="1501940"/>
                  <a:ext cx="749520" cy="54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912CBAE-8B36-D5C8-1CD5-0D39D40B01AC}"/>
                    </a:ext>
                  </a:extLst>
                </p14:cNvPr>
                <p14:cNvContentPartPr/>
                <p14:nvPr/>
              </p14:nvContentPartPr>
              <p14:xfrm>
                <a:off x="10999883" y="1550180"/>
                <a:ext cx="754200" cy="6573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912CBAE-8B36-D5C8-1CD5-0D39D40B01A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993763" y="1544060"/>
                  <a:ext cx="766440" cy="66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287543E-89BB-B1F5-9228-B804DE7A70CE}"/>
                    </a:ext>
                  </a:extLst>
                </p14:cNvPr>
                <p14:cNvContentPartPr/>
                <p14:nvPr/>
              </p14:nvContentPartPr>
              <p14:xfrm>
                <a:off x="11641403" y="2156780"/>
                <a:ext cx="34200" cy="417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287543E-89BB-B1F5-9228-B804DE7A70C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1635283" y="2150660"/>
                  <a:ext cx="46440" cy="540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87F49AF7-BF53-AF77-221E-75DA9502C410}"/>
              </a:ext>
            </a:extLst>
          </p:cNvPr>
          <p:cNvSpPr txBox="1"/>
          <p:nvPr/>
        </p:nvSpPr>
        <p:spPr>
          <a:xfrm>
            <a:off x="364699" y="3101448"/>
            <a:ext cx="6094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docker build -t hello-world-python 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91EDE7D-2753-DA0E-6BFA-54728AD1B127}"/>
              </a:ext>
            </a:extLst>
          </p:cNvPr>
          <p:cNvSpPr txBox="1"/>
          <p:nvPr/>
        </p:nvSpPr>
        <p:spPr>
          <a:xfrm>
            <a:off x="411591" y="3604233"/>
            <a:ext cx="6094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docker images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A66B3B5-B60A-E32B-2DA6-9DC663F00262}"/>
              </a:ext>
            </a:extLst>
          </p:cNvPr>
          <p:cNvSpPr txBox="1"/>
          <p:nvPr/>
        </p:nvSpPr>
        <p:spPr>
          <a:xfrm>
            <a:off x="376165" y="4120996"/>
            <a:ext cx="6094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docker run -p 5000:5000 hello-world-python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5FE0F3D-2666-7D9F-3CD3-EDF10D5B54DD}"/>
              </a:ext>
            </a:extLst>
          </p:cNvPr>
          <p:cNvSpPr txBox="1"/>
          <p:nvPr/>
        </p:nvSpPr>
        <p:spPr>
          <a:xfrm>
            <a:off x="504930" y="5009662"/>
            <a:ext cx="609432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* Running on all addresses (0.0.0.0)</a:t>
            </a:r>
          </a:p>
          <a:p>
            <a:r>
              <a:rPr lang="en-IN" dirty="0"/>
              <a:t> * Running on http://127.0.0.1:5000</a:t>
            </a:r>
          </a:p>
          <a:p>
            <a:r>
              <a:rPr lang="en-IN" dirty="0"/>
              <a:t> * Running on http://172.17.0.2:5000</a:t>
            </a:r>
          </a:p>
        </p:txBody>
      </p: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867A93F8-2CE3-5A0B-971C-D16C3D269563}"/>
              </a:ext>
            </a:extLst>
          </p:cNvPr>
          <p:cNvGrpSpPr/>
          <p:nvPr/>
        </p:nvGrpSpPr>
        <p:grpSpPr>
          <a:xfrm>
            <a:off x="2690723" y="3389780"/>
            <a:ext cx="9393480" cy="3317760"/>
            <a:chOff x="2690723" y="3389780"/>
            <a:chExt cx="9393480" cy="331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FE513B5F-9A56-8299-C521-F0766F007ED4}"/>
                    </a:ext>
                  </a:extLst>
                </p14:cNvPr>
                <p14:cNvContentPartPr/>
                <p14:nvPr/>
              </p14:nvContentPartPr>
              <p14:xfrm>
                <a:off x="4206323" y="4709540"/>
                <a:ext cx="1820160" cy="5389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FE513B5F-9A56-8299-C521-F0766F007ED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197323" y="4700540"/>
                  <a:ext cx="1837800" cy="55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2A82CEDA-D8C9-4DCC-A86C-A5F1A9E831D3}"/>
                    </a:ext>
                  </a:extLst>
                </p14:cNvPr>
                <p14:cNvContentPartPr/>
                <p14:nvPr/>
              </p14:nvContentPartPr>
              <p14:xfrm>
                <a:off x="5857283" y="4315340"/>
                <a:ext cx="291240" cy="7912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2A82CEDA-D8C9-4DCC-A86C-A5F1A9E831D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848283" y="4306700"/>
                  <a:ext cx="308880" cy="80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2F44828-D2AE-D9FA-792A-EA09AF013D26}"/>
                    </a:ext>
                  </a:extLst>
                </p14:cNvPr>
                <p14:cNvContentPartPr/>
                <p14:nvPr/>
              </p14:nvContentPartPr>
              <p14:xfrm>
                <a:off x="6660443" y="3575180"/>
                <a:ext cx="199440" cy="10818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2F44828-D2AE-D9FA-792A-EA09AF013D2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651443" y="3566180"/>
                  <a:ext cx="217080" cy="10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79CAA39-0E66-96F9-B83F-EEFAD6149EB7}"/>
                    </a:ext>
                  </a:extLst>
                </p14:cNvPr>
                <p14:cNvContentPartPr/>
                <p14:nvPr/>
              </p14:nvContentPartPr>
              <p14:xfrm>
                <a:off x="6835043" y="3774980"/>
                <a:ext cx="990360" cy="5054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79CAA39-0E66-96F9-B83F-EEFAD6149EB7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826403" y="3766340"/>
                  <a:ext cx="1008000" cy="52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1D8DAAB-32C4-928B-2D86-A1D627BD1418}"/>
                    </a:ext>
                  </a:extLst>
                </p14:cNvPr>
                <p14:cNvContentPartPr/>
                <p14:nvPr/>
              </p14:nvContentPartPr>
              <p14:xfrm>
                <a:off x="7565843" y="4005020"/>
                <a:ext cx="242640" cy="1926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1D8DAAB-32C4-928B-2D86-A1D627BD141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556843" y="3996020"/>
                  <a:ext cx="26028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CA7DA3D-2430-BC8D-7439-0A0E6E8E778A}"/>
                    </a:ext>
                  </a:extLst>
                </p14:cNvPr>
                <p14:cNvContentPartPr/>
                <p14:nvPr/>
              </p14:nvContentPartPr>
              <p14:xfrm>
                <a:off x="8004323" y="3536300"/>
                <a:ext cx="391320" cy="6591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CA7DA3D-2430-BC8D-7439-0A0E6E8E778A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995683" y="3527660"/>
                  <a:ext cx="408960" cy="67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73B667DA-27A3-EF95-AE99-36CA57EA0F66}"/>
                    </a:ext>
                  </a:extLst>
                </p14:cNvPr>
                <p14:cNvContentPartPr/>
                <p14:nvPr/>
              </p14:nvContentPartPr>
              <p14:xfrm>
                <a:off x="8548643" y="3652220"/>
                <a:ext cx="56880" cy="547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73B667DA-27A3-EF95-AE99-36CA57EA0F66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539643" y="3643580"/>
                  <a:ext cx="7452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B96F15EB-42B3-B613-5F85-8029815004EB}"/>
                    </a:ext>
                  </a:extLst>
                </p14:cNvPr>
                <p14:cNvContentPartPr/>
                <p14:nvPr/>
              </p14:nvContentPartPr>
              <p14:xfrm>
                <a:off x="8688323" y="3389780"/>
                <a:ext cx="617760" cy="6004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B96F15EB-42B3-B613-5F85-8029815004E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679683" y="3380780"/>
                  <a:ext cx="635400" cy="61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01B17A4-CD70-0020-3E18-7AD6080B9651}"/>
                    </a:ext>
                  </a:extLst>
                </p14:cNvPr>
                <p14:cNvContentPartPr/>
                <p14:nvPr/>
              </p14:nvContentPartPr>
              <p14:xfrm>
                <a:off x="9614243" y="3662300"/>
                <a:ext cx="158400" cy="4575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01B17A4-CD70-0020-3E18-7AD6080B965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605603" y="3653300"/>
                  <a:ext cx="176040" cy="47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0AD004D-E87E-617D-91D3-430197D1F4E6}"/>
                    </a:ext>
                  </a:extLst>
                </p14:cNvPr>
                <p14:cNvContentPartPr/>
                <p14:nvPr/>
              </p14:nvContentPartPr>
              <p14:xfrm>
                <a:off x="10263323" y="3629540"/>
                <a:ext cx="25560" cy="252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0AD004D-E87E-617D-91D3-430197D1F4E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254323" y="3620900"/>
                  <a:ext cx="432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C0856DD6-7E8F-EAC1-3536-0C41A46F483B}"/>
                    </a:ext>
                  </a:extLst>
                </p14:cNvPr>
                <p14:cNvContentPartPr/>
                <p14:nvPr/>
              </p14:nvContentPartPr>
              <p14:xfrm>
                <a:off x="4928843" y="4306700"/>
                <a:ext cx="237960" cy="633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C0856DD6-7E8F-EAC1-3536-0C41A46F483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919843" y="4298060"/>
                  <a:ext cx="25560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EF0EF631-49AE-6708-2705-39D967E37649}"/>
                    </a:ext>
                  </a:extLst>
                </p14:cNvPr>
                <p14:cNvContentPartPr/>
                <p14:nvPr/>
              </p14:nvContentPartPr>
              <p14:xfrm>
                <a:off x="4123163" y="5471300"/>
                <a:ext cx="1792080" cy="1580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EF0EF631-49AE-6708-2705-39D967E3764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114523" y="5462300"/>
                  <a:ext cx="180972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5926E962-FABD-C724-7140-DE31BDA2C676}"/>
                    </a:ext>
                  </a:extLst>
                </p14:cNvPr>
                <p14:cNvContentPartPr/>
                <p14:nvPr/>
              </p14:nvContentPartPr>
              <p14:xfrm>
                <a:off x="5816243" y="5340260"/>
                <a:ext cx="353880" cy="5623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5926E962-FABD-C724-7140-DE31BDA2C67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807243" y="5331260"/>
                  <a:ext cx="371520" cy="57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1F6D594-556E-880A-FA61-DE437A428C24}"/>
                    </a:ext>
                  </a:extLst>
                </p14:cNvPr>
                <p14:cNvContentPartPr/>
                <p14:nvPr/>
              </p14:nvContentPartPr>
              <p14:xfrm>
                <a:off x="6651083" y="4908980"/>
                <a:ext cx="504000" cy="5749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D1F6D594-556E-880A-FA61-DE437A428C2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642083" y="4900340"/>
                  <a:ext cx="521640" cy="59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4C228DC-7BF7-6109-C1D6-0BA5617ABD2B}"/>
                    </a:ext>
                  </a:extLst>
                </p14:cNvPr>
                <p14:cNvContentPartPr/>
                <p14:nvPr/>
              </p14:nvContentPartPr>
              <p14:xfrm>
                <a:off x="7440203" y="4837700"/>
                <a:ext cx="783000" cy="4694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4C228DC-7BF7-6109-C1D6-0BA5617ABD2B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431203" y="4829060"/>
                  <a:ext cx="800640" cy="48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56FEE875-C630-F03A-D98F-AEFFABFE83EF}"/>
                    </a:ext>
                  </a:extLst>
                </p14:cNvPr>
                <p14:cNvContentPartPr/>
                <p14:nvPr/>
              </p14:nvContentPartPr>
              <p14:xfrm>
                <a:off x="9062363" y="4656260"/>
                <a:ext cx="134280" cy="4798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56FEE875-C630-F03A-D98F-AEFFABFE83E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053363" y="4647260"/>
                  <a:ext cx="151920" cy="49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EAAFD6C-7E63-24F4-2728-FD4EFA393915}"/>
                    </a:ext>
                  </a:extLst>
                </p14:cNvPr>
                <p14:cNvContentPartPr/>
                <p14:nvPr/>
              </p14:nvContentPartPr>
              <p14:xfrm>
                <a:off x="9592643" y="4402100"/>
                <a:ext cx="13680" cy="1065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EAAFD6C-7E63-24F4-2728-FD4EFA39391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584003" y="4393460"/>
                  <a:ext cx="3132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FB7EB424-50A5-20AE-DDDB-4A417CCCC8CE}"/>
                    </a:ext>
                  </a:extLst>
                </p14:cNvPr>
                <p14:cNvContentPartPr/>
                <p14:nvPr/>
              </p14:nvContentPartPr>
              <p14:xfrm>
                <a:off x="9635123" y="4464380"/>
                <a:ext cx="226800" cy="5360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FB7EB424-50A5-20AE-DDDB-4A417CCCC8CE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626123" y="4455740"/>
                  <a:ext cx="244440" cy="55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CEE3F0BA-C4F1-9943-FC17-0238F91010E3}"/>
                    </a:ext>
                  </a:extLst>
                </p14:cNvPr>
                <p14:cNvContentPartPr/>
                <p14:nvPr/>
              </p14:nvContentPartPr>
              <p14:xfrm>
                <a:off x="9662123" y="4669220"/>
                <a:ext cx="387360" cy="2041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CEE3F0BA-C4F1-9943-FC17-0238F91010E3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653123" y="4660220"/>
                  <a:ext cx="40500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0517192-FA77-6E20-F379-6B4B6696A354}"/>
                    </a:ext>
                  </a:extLst>
                </p14:cNvPr>
                <p14:cNvContentPartPr/>
                <p14:nvPr/>
              </p14:nvContentPartPr>
              <p14:xfrm>
                <a:off x="10192763" y="4301660"/>
                <a:ext cx="1490400" cy="4654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0517192-FA77-6E20-F379-6B4B6696A354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0183763" y="4293020"/>
                  <a:ext cx="1508040" cy="48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4B05CD9-982A-AB50-B9EF-78FD51E6B0E8}"/>
                    </a:ext>
                  </a:extLst>
                </p14:cNvPr>
                <p14:cNvContentPartPr/>
                <p14:nvPr/>
              </p14:nvContentPartPr>
              <p14:xfrm>
                <a:off x="2720963" y="5539700"/>
                <a:ext cx="594360" cy="406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C4B05CD9-982A-AB50-B9EF-78FD51E6B0E8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711963" y="5530700"/>
                  <a:ext cx="61200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919564BE-E75D-556B-C7D9-1257463BD177}"/>
                    </a:ext>
                  </a:extLst>
                </p14:cNvPr>
                <p14:cNvContentPartPr/>
                <p14:nvPr/>
              </p14:nvContentPartPr>
              <p14:xfrm>
                <a:off x="3186443" y="5895380"/>
                <a:ext cx="1744920" cy="3139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919564BE-E75D-556B-C7D9-1257463BD177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177443" y="5886740"/>
                  <a:ext cx="176256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60C09B9D-E901-E274-9C02-CEA4477AF4A1}"/>
                    </a:ext>
                  </a:extLst>
                </p14:cNvPr>
                <p14:cNvContentPartPr/>
                <p14:nvPr/>
              </p14:nvContentPartPr>
              <p14:xfrm>
                <a:off x="4823723" y="5966300"/>
                <a:ext cx="239040" cy="5014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60C09B9D-E901-E274-9C02-CEA4477AF4A1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815083" y="5957300"/>
                  <a:ext cx="256680" cy="51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B8258513-982E-E07D-65A0-5CB29BC26AAE}"/>
                    </a:ext>
                  </a:extLst>
                </p14:cNvPr>
                <p14:cNvContentPartPr/>
                <p14:nvPr/>
              </p14:nvContentPartPr>
              <p14:xfrm>
                <a:off x="5294603" y="5834900"/>
                <a:ext cx="87120" cy="4215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B8258513-982E-E07D-65A0-5CB29BC26AA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285963" y="5825900"/>
                  <a:ext cx="104760" cy="43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3BAA6E7A-D640-4DBD-F90D-BBC5F45EE16D}"/>
                    </a:ext>
                  </a:extLst>
                </p14:cNvPr>
                <p14:cNvContentPartPr/>
                <p14:nvPr/>
              </p14:nvContentPartPr>
              <p14:xfrm>
                <a:off x="5249603" y="5833820"/>
                <a:ext cx="361440" cy="4356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3BAA6E7A-D640-4DBD-F90D-BBC5F45EE16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240603" y="5824820"/>
                  <a:ext cx="379080" cy="45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E5E1B255-5723-34B8-F429-73C9E53A7652}"/>
                    </a:ext>
                  </a:extLst>
                </p14:cNvPr>
                <p14:cNvContentPartPr/>
                <p14:nvPr/>
              </p14:nvContentPartPr>
              <p14:xfrm>
                <a:off x="5614283" y="6080060"/>
                <a:ext cx="141120" cy="2602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E5E1B255-5723-34B8-F429-73C9E53A7652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605643" y="6071060"/>
                  <a:ext cx="15876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2B1F1E79-79A4-7831-4F18-6E457C33ACDD}"/>
                    </a:ext>
                  </a:extLst>
                </p14:cNvPr>
                <p14:cNvContentPartPr/>
                <p14:nvPr/>
              </p14:nvContentPartPr>
              <p14:xfrm>
                <a:off x="5739563" y="6051620"/>
                <a:ext cx="699120" cy="2674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2B1F1E79-79A4-7831-4F18-6E457C33ACDD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730563" y="6042980"/>
                  <a:ext cx="71676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04CB3954-69C4-7F71-DC56-FC92F4DA115A}"/>
                    </a:ext>
                  </a:extLst>
                </p14:cNvPr>
                <p14:cNvContentPartPr/>
                <p14:nvPr/>
              </p14:nvContentPartPr>
              <p14:xfrm>
                <a:off x="6631283" y="5968100"/>
                <a:ext cx="412920" cy="2847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04CB3954-69C4-7F71-DC56-FC92F4DA115A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622643" y="5959460"/>
                  <a:ext cx="43056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1E3A5771-7306-622A-2310-A1A8BA397BBD}"/>
                    </a:ext>
                  </a:extLst>
                </p14:cNvPr>
                <p14:cNvContentPartPr/>
                <p14:nvPr/>
              </p14:nvContentPartPr>
              <p14:xfrm>
                <a:off x="7382243" y="5730500"/>
                <a:ext cx="618120" cy="4575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1E3A5771-7306-622A-2310-A1A8BA397BB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373243" y="5721860"/>
                  <a:ext cx="635760" cy="47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E8267C68-899A-1E30-CDA9-6289F71F6F2D}"/>
                    </a:ext>
                  </a:extLst>
                </p14:cNvPr>
                <p14:cNvContentPartPr/>
                <p14:nvPr/>
              </p14:nvContentPartPr>
              <p14:xfrm>
                <a:off x="8148323" y="5817620"/>
                <a:ext cx="676800" cy="2304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E8267C68-899A-1E30-CDA9-6289F71F6F2D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139323" y="5808980"/>
                  <a:ext cx="69444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F5FD9B78-E75D-7391-D8C2-07FB0AE174A7}"/>
                    </a:ext>
                  </a:extLst>
                </p14:cNvPr>
                <p14:cNvContentPartPr/>
                <p14:nvPr/>
              </p14:nvContentPartPr>
              <p14:xfrm>
                <a:off x="8690483" y="5861900"/>
                <a:ext cx="335880" cy="1119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F5FD9B78-E75D-7391-D8C2-07FB0AE174A7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681483" y="5853260"/>
                  <a:ext cx="35352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DBD57CE8-010D-1AA3-E65F-C776059FA6EE}"/>
                    </a:ext>
                  </a:extLst>
                </p14:cNvPr>
                <p14:cNvContentPartPr/>
                <p14:nvPr/>
              </p14:nvContentPartPr>
              <p14:xfrm>
                <a:off x="9409403" y="5664260"/>
                <a:ext cx="29160" cy="698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DBD57CE8-010D-1AA3-E65F-C776059FA6EE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400763" y="5655620"/>
                  <a:ext cx="4680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E6377944-11E9-8B1E-5C2F-AE868209C3DA}"/>
                    </a:ext>
                  </a:extLst>
                </p14:cNvPr>
                <p14:cNvContentPartPr/>
                <p14:nvPr/>
              </p14:nvContentPartPr>
              <p14:xfrm>
                <a:off x="9317963" y="5854700"/>
                <a:ext cx="496440" cy="1267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E6377944-11E9-8B1E-5C2F-AE868209C3DA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308963" y="5845700"/>
                  <a:ext cx="51408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A9548689-1C2A-B92C-18C1-1B617295F2D8}"/>
                    </a:ext>
                  </a:extLst>
                </p14:cNvPr>
                <p14:cNvContentPartPr/>
                <p14:nvPr/>
              </p14:nvContentPartPr>
              <p14:xfrm>
                <a:off x="10172603" y="5634020"/>
                <a:ext cx="627480" cy="2368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A9548689-1C2A-B92C-18C1-1B617295F2D8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163963" y="5625020"/>
                  <a:ext cx="64512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5E272C57-B8FD-E66A-D323-FF5476494BFA}"/>
                    </a:ext>
                  </a:extLst>
                </p14:cNvPr>
                <p14:cNvContentPartPr/>
                <p14:nvPr/>
              </p14:nvContentPartPr>
              <p14:xfrm>
                <a:off x="10838243" y="5767580"/>
                <a:ext cx="456120" cy="9648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5E272C57-B8FD-E66A-D323-FF5476494BFA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0829603" y="5758580"/>
                  <a:ext cx="47376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D76F4A16-E8DB-F8E9-58BF-0F6F4D21A6E3}"/>
                    </a:ext>
                  </a:extLst>
                </p14:cNvPr>
                <p14:cNvContentPartPr/>
                <p14:nvPr/>
              </p14:nvContentPartPr>
              <p14:xfrm>
                <a:off x="10964963" y="5355020"/>
                <a:ext cx="463320" cy="5864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D76F4A16-E8DB-F8E9-58BF-0F6F4D21A6E3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956323" y="5346380"/>
                  <a:ext cx="480960" cy="60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F1EB0C12-44A1-43CA-AF7D-A3762177190B}"/>
                    </a:ext>
                  </a:extLst>
                </p14:cNvPr>
                <p14:cNvContentPartPr/>
                <p14:nvPr/>
              </p14:nvContentPartPr>
              <p14:xfrm>
                <a:off x="9111683" y="6233060"/>
                <a:ext cx="190800" cy="3412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F1EB0C12-44A1-43CA-AF7D-A3762177190B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9102683" y="6224060"/>
                  <a:ext cx="20844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4DBD9B4D-1002-F339-91DA-73C8336EE79B}"/>
                    </a:ext>
                  </a:extLst>
                </p14:cNvPr>
                <p14:cNvContentPartPr/>
                <p14:nvPr/>
              </p14:nvContentPartPr>
              <p14:xfrm>
                <a:off x="9507323" y="6213620"/>
                <a:ext cx="420120" cy="29160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4DBD9B4D-1002-F339-91DA-73C8336EE79B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9498323" y="6204620"/>
                  <a:ext cx="43776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BE203DC4-C9D4-F338-94F2-0B8915A6C56A}"/>
                    </a:ext>
                  </a:extLst>
                </p14:cNvPr>
                <p14:cNvContentPartPr/>
                <p14:nvPr/>
              </p14:nvContentPartPr>
              <p14:xfrm>
                <a:off x="9803963" y="6231980"/>
                <a:ext cx="393480" cy="3596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BE203DC4-C9D4-F338-94F2-0B8915A6C56A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794963" y="6222980"/>
                  <a:ext cx="411120" cy="37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5AF8E039-F40F-5CE1-F204-8CD4ADE28285}"/>
                    </a:ext>
                  </a:extLst>
                </p14:cNvPr>
                <p14:cNvContentPartPr/>
                <p14:nvPr/>
              </p14:nvContentPartPr>
              <p14:xfrm>
                <a:off x="10194203" y="6210740"/>
                <a:ext cx="255960" cy="3988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5AF8E039-F40F-5CE1-F204-8CD4ADE28285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0185563" y="6202100"/>
                  <a:ext cx="273600" cy="41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5D8A09B5-1279-E4AA-2DF7-0A3B2B0BC039}"/>
                    </a:ext>
                  </a:extLst>
                </p14:cNvPr>
                <p14:cNvContentPartPr/>
                <p14:nvPr/>
              </p14:nvContentPartPr>
              <p14:xfrm>
                <a:off x="10505243" y="6045140"/>
                <a:ext cx="1265400" cy="53532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5D8A09B5-1279-E4AA-2DF7-0A3B2B0BC039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0496603" y="6036500"/>
                  <a:ext cx="1283040" cy="55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53867C66-BA1C-FAA3-D525-EE5F0735EFCA}"/>
                    </a:ext>
                  </a:extLst>
                </p14:cNvPr>
                <p14:cNvContentPartPr/>
                <p14:nvPr/>
              </p14:nvContentPartPr>
              <p14:xfrm>
                <a:off x="11789723" y="6327380"/>
                <a:ext cx="90720" cy="2628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53867C66-BA1C-FAA3-D525-EE5F0735EFCA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1781083" y="6318740"/>
                  <a:ext cx="10836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71117222-763C-DA4A-895E-E2C199F76171}"/>
                    </a:ext>
                  </a:extLst>
                </p14:cNvPr>
                <p14:cNvContentPartPr/>
                <p14:nvPr/>
              </p14:nvContentPartPr>
              <p14:xfrm>
                <a:off x="8794523" y="6459860"/>
                <a:ext cx="2538720" cy="1922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71117222-763C-DA4A-895E-E2C199F76171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785883" y="6451220"/>
                  <a:ext cx="255636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EC768123-5629-47BA-5722-C5D5416BDCBC}"/>
                    </a:ext>
                  </a:extLst>
                </p14:cNvPr>
                <p14:cNvContentPartPr/>
                <p14:nvPr/>
              </p14:nvContentPartPr>
              <p14:xfrm>
                <a:off x="11157923" y="6028940"/>
                <a:ext cx="674280" cy="67860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EC768123-5629-47BA-5722-C5D5416BDCBC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1148923" y="6020300"/>
                  <a:ext cx="691920" cy="69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E793FC94-064E-B267-CC10-3539E1DE40D8}"/>
                    </a:ext>
                  </a:extLst>
                </p14:cNvPr>
                <p14:cNvContentPartPr/>
                <p14:nvPr/>
              </p14:nvContentPartPr>
              <p14:xfrm>
                <a:off x="11266283" y="6225500"/>
                <a:ext cx="621360" cy="4183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E793FC94-064E-B267-CC10-3539E1DE40D8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1257643" y="6216500"/>
                  <a:ext cx="639000" cy="43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A54E9EFB-CB93-7EEA-7066-4E355CEE64B1}"/>
                    </a:ext>
                  </a:extLst>
                </p14:cNvPr>
                <p14:cNvContentPartPr/>
                <p14:nvPr/>
              </p14:nvContentPartPr>
              <p14:xfrm>
                <a:off x="12076643" y="6432860"/>
                <a:ext cx="7560" cy="3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A54E9EFB-CB93-7EEA-7066-4E355CEE64B1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2068003" y="6423860"/>
                  <a:ext cx="252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D787DE2D-2581-4BAC-2013-4791D4673696}"/>
                    </a:ext>
                  </a:extLst>
                </p14:cNvPr>
                <p14:cNvContentPartPr/>
                <p14:nvPr/>
              </p14:nvContentPartPr>
              <p14:xfrm>
                <a:off x="2983763" y="6177620"/>
                <a:ext cx="762480" cy="2394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D787DE2D-2581-4BAC-2013-4791D4673696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975123" y="6168980"/>
                  <a:ext cx="78012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5E450AF7-1FA6-F38C-602F-A4EFFBA35956}"/>
                    </a:ext>
                  </a:extLst>
                </p14:cNvPr>
                <p14:cNvContentPartPr/>
                <p14:nvPr/>
              </p14:nvContentPartPr>
              <p14:xfrm>
                <a:off x="3824363" y="6323060"/>
                <a:ext cx="417600" cy="7848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5E450AF7-1FA6-F38C-602F-A4EFFBA35956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815363" y="6314420"/>
                  <a:ext cx="43524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8F33E214-EC73-0E3C-A7AE-006C84AF492C}"/>
                    </a:ext>
                  </a:extLst>
                </p14:cNvPr>
                <p14:cNvContentPartPr/>
                <p14:nvPr/>
              </p14:nvContentPartPr>
              <p14:xfrm>
                <a:off x="2690723" y="5847140"/>
                <a:ext cx="1445760" cy="7632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8F33E214-EC73-0E3C-A7AE-006C84AF492C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681723" y="5838140"/>
                  <a:ext cx="1463400" cy="93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469796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30F6BB9-68ED-64A9-B1DB-4F3D57E87062}"/>
              </a:ext>
            </a:extLst>
          </p:cNvPr>
          <p:cNvSpPr txBox="1"/>
          <p:nvPr/>
        </p:nvSpPr>
        <p:spPr>
          <a:xfrm>
            <a:off x="384351" y="71566"/>
            <a:ext cx="6094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https://hub.docker.com/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830C7742-4396-8B9A-7C24-7FC3E3ED04DE}"/>
              </a:ext>
            </a:extLst>
          </p:cNvPr>
          <p:cNvGrpSpPr/>
          <p:nvPr/>
        </p:nvGrpSpPr>
        <p:grpSpPr>
          <a:xfrm>
            <a:off x="678323" y="186468"/>
            <a:ext cx="10658160" cy="3458520"/>
            <a:chOff x="678323" y="186468"/>
            <a:chExt cx="10658160" cy="3458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C2490728-BE65-B221-E572-2AA02EE180E3}"/>
                    </a:ext>
                  </a:extLst>
                </p14:cNvPr>
                <p14:cNvContentPartPr/>
                <p14:nvPr/>
              </p14:nvContentPartPr>
              <p14:xfrm>
                <a:off x="1634483" y="2371668"/>
                <a:ext cx="47520" cy="345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C2490728-BE65-B221-E572-2AA02EE180E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625843" y="2363028"/>
                  <a:ext cx="6516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5F2DAA5-6CA7-2C77-1993-EB13B29B787B}"/>
                    </a:ext>
                  </a:extLst>
                </p14:cNvPr>
                <p14:cNvContentPartPr/>
                <p14:nvPr/>
              </p14:nvContentPartPr>
              <p14:xfrm>
                <a:off x="2868923" y="267828"/>
                <a:ext cx="839880" cy="3063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5F2DAA5-6CA7-2C77-1993-EB13B29B787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860283" y="258828"/>
                  <a:ext cx="85752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E2E9C74-C6CC-6536-E49D-74EE75D9B60A}"/>
                    </a:ext>
                  </a:extLst>
                </p14:cNvPr>
                <p14:cNvContentPartPr/>
                <p14:nvPr/>
              </p14:nvContentPartPr>
              <p14:xfrm>
                <a:off x="3335843" y="280068"/>
                <a:ext cx="510480" cy="9968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E2E9C74-C6CC-6536-E49D-74EE75D9B60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327203" y="271428"/>
                  <a:ext cx="528120" cy="10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8BA7709-96E2-E9F1-2A37-C8CFEB2D94EC}"/>
                    </a:ext>
                  </a:extLst>
                </p14:cNvPr>
                <p14:cNvContentPartPr/>
                <p14:nvPr/>
              </p14:nvContentPartPr>
              <p14:xfrm>
                <a:off x="4804643" y="186468"/>
                <a:ext cx="603000" cy="10159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8BA7709-96E2-E9F1-2A37-C8CFEB2D94E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795643" y="177468"/>
                  <a:ext cx="620640" cy="10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AB32A6B-A6EE-F412-C06C-A691949E40A1}"/>
                    </a:ext>
                  </a:extLst>
                </p14:cNvPr>
                <p14:cNvContentPartPr/>
                <p14:nvPr/>
              </p14:nvContentPartPr>
              <p14:xfrm>
                <a:off x="5758283" y="660228"/>
                <a:ext cx="40320" cy="698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AB32A6B-A6EE-F412-C06C-A691949E40A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749643" y="651588"/>
                  <a:ext cx="5796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18A774C-E2C5-DB21-189D-5B694EB8D7CA}"/>
                    </a:ext>
                  </a:extLst>
                </p14:cNvPr>
                <p14:cNvContentPartPr/>
                <p14:nvPr/>
              </p14:nvContentPartPr>
              <p14:xfrm>
                <a:off x="5554163" y="944628"/>
                <a:ext cx="1257120" cy="6411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18A774C-E2C5-DB21-189D-5B694EB8D7C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545523" y="935988"/>
                  <a:ext cx="1274760" cy="65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44C60B9-A274-5BE2-E141-9A9EAF942740}"/>
                    </a:ext>
                  </a:extLst>
                </p14:cNvPr>
                <p14:cNvContentPartPr/>
                <p14:nvPr/>
              </p14:nvContentPartPr>
              <p14:xfrm>
                <a:off x="7232123" y="674628"/>
                <a:ext cx="685080" cy="4392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44C60B9-A274-5BE2-E141-9A9EAF94274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223123" y="665628"/>
                  <a:ext cx="702720" cy="45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790037F-2F9B-2E27-7159-1F001C0E95A5}"/>
                    </a:ext>
                  </a:extLst>
                </p14:cNvPr>
                <p14:cNvContentPartPr/>
                <p14:nvPr/>
              </p14:nvContentPartPr>
              <p14:xfrm>
                <a:off x="8117723" y="556188"/>
                <a:ext cx="148320" cy="8244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790037F-2F9B-2E27-7159-1F001C0E95A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108723" y="547188"/>
                  <a:ext cx="165960" cy="84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B12C55C-D416-49DE-3A02-C45CB6901F2E}"/>
                    </a:ext>
                  </a:extLst>
                </p14:cNvPr>
                <p14:cNvContentPartPr/>
                <p14:nvPr/>
              </p14:nvContentPartPr>
              <p14:xfrm>
                <a:off x="8260283" y="620268"/>
                <a:ext cx="317880" cy="3812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B12C55C-D416-49DE-3A02-C45CB6901F2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251643" y="611268"/>
                  <a:ext cx="335520" cy="39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353CA3C-BE4D-2439-477C-BCED864C50C2}"/>
                    </a:ext>
                  </a:extLst>
                </p14:cNvPr>
                <p14:cNvContentPartPr/>
                <p14:nvPr/>
              </p14:nvContentPartPr>
              <p14:xfrm>
                <a:off x="678323" y="1595148"/>
                <a:ext cx="1006560" cy="12024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353CA3C-BE4D-2439-477C-BCED864C50C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69683" y="1586508"/>
                  <a:ext cx="1024200" cy="12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E4FDBDC-A4DC-5E3D-E8B4-B0540E9B581D}"/>
                    </a:ext>
                  </a:extLst>
                </p14:cNvPr>
                <p14:cNvContentPartPr/>
                <p14:nvPr/>
              </p14:nvContentPartPr>
              <p14:xfrm>
                <a:off x="1926443" y="1915188"/>
                <a:ext cx="1097280" cy="7520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E4FDBDC-A4DC-5E3D-E8B4-B0540E9B581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917803" y="1906188"/>
                  <a:ext cx="1114920" cy="76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3139174-3440-D160-EF93-74E325CBF278}"/>
                    </a:ext>
                  </a:extLst>
                </p14:cNvPr>
                <p14:cNvContentPartPr/>
                <p14:nvPr/>
              </p14:nvContentPartPr>
              <p14:xfrm>
                <a:off x="3409643" y="2302908"/>
                <a:ext cx="288360" cy="4154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3139174-3440-D160-EF93-74E325CBF27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400643" y="2293908"/>
                  <a:ext cx="306000" cy="43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EF7E822-BBCB-945A-DA7D-3F80320E5FBD}"/>
                    </a:ext>
                  </a:extLst>
                </p14:cNvPr>
                <p14:cNvContentPartPr/>
                <p14:nvPr/>
              </p14:nvContentPartPr>
              <p14:xfrm>
                <a:off x="3819323" y="2583348"/>
                <a:ext cx="105120" cy="100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EF7E822-BBCB-945A-DA7D-3F80320E5FB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810683" y="2574708"/>
                  <a:ext cx="12276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B07D828-C2C5-8AAB-8703-B0518BBB45C1}"/>
                    </a:ext>
                  </a:extLst>
                </p14:cNvPr>
                <p14:cNvContentPartPr/>
                <p14:nvPr/>
              </p14:nvContentPartPr>
              <p14:xfrm>
                <a:off x="4202723" y="2370588"/>
                <a:ext cx="964080" cy="4251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B07D828-C2C5-8AAB-8703-B0518BBB45C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193723" y="2361948"/>
                  <a:ext cx="981720" cy="44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6EABC44-C643-C550-980C-664C8E8A3D1D}"/>
                    </a:ext>
                  </a:extLst>
                </p14:cNvPr>
                <p14:cNvContentPartPr/>
                <p14:nvPr/>
              </p14:nvContentPartPr>
              <p14:xfrm>
                <a:off x="5807603" y="2637708"/>
                <a:ext cx="870840" cy="2152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6EABC44-C643-C550-980C-664C8E8A3D1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798963" y="2628708"/>
                  <a:ext cx="88848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EBA269E-B97B-2C16-DC95-F99FC6344661}"/>
                    </a:ext>
                  </a:extLst>
                </p14:cNvPr>
                <p14:cNvContentPartPr/>
                <p14:nvPr/>
              </p14:nvContentPartPr>
              <p14:xfrm>
                <a:off x="6229883" y="2108508"/>
                <a:ext cx="614520" cy="10666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EBA269E-B97B-2C16-DC95-F99FC634466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220883" y="2099868"/>
                  <a:ext cx="632160" cy="10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BB9B96F-2F63-70CB-0059-3D0334C2A81F}"/>
                    </a:ext>
                  </a:extLst>
                </p14:cNvPr>
                <p14:cNvContentPartPr/>
                <p14:nvPr/>
              </p14:nvContentPartPr>
              <p14:xfrm>
                <a:off x="8018363" y="1688028"/>
                <a:ext cx="1165680" cy="13896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BB9B96F-2F63-70CB-0059-3D0334C2A81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009723" y="1679388"/>
                  <a:ext cx="1183320" cy="140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1C0A2C4-4EB7-BE53-14F6-6839C1CCE9E9}"/>
                    </a:ext>
                  </a:extLst>
                </p14:cNvPr>
                <p14:cNvContentPartPr/>
                <p14:nvPr/>
              </p14:nvContentPartPr>
              <p14:xfrm>
                <a:off x="9335603" y="2036148"/>
                <a:ext cx="879480" cy="10962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1C0A2C4-4EB7-BE53-14F6-6839C1CCE9E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326963" y="2027508"/>
                  <a:ext cx="897120" cy="11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47CB87D-491F-D42D-30A8-C9A6C6897B77}"/>
                    </a:ext>
                  </a:extLst>
                </p14:cNvPr>
                <p14:cNvContentPartPr/>
                <p14:nvPr/>
              </p14:nvContentPartPr>
              <p14:xfrm>
                <a:off x="10577963" y="1564548"/>
                <a:ext cx="36360" cy="1555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47CB87D-491F-D42D-30A8-C9A6C6897B7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568963" y="1555548"/>
                  <a:ext cx="540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0E9CB08-33A8-00DF-22BA-9BBA6CB08CD7}"/>
                    </a:ext>
                  </a:extLst>
                </p14:cNvPr>
                <p14:cNvContentPartPr/>
                <p14:nvPr/>
              </p14:nvContentPartPr>
              <p14:xfrm>
                <a:off x="10531163" y="2201388"/>
                <a:ext cx="805320" cy="2829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0E9CB08-33A8-00DF-22BA-9BBA6CB08CD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522523" y="2192748"/>
                  <a:ext cx="82296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38F1106C-2334-9F2C-48C0-A9C169BC32F3}"/>
                    </a:ext>
                  </a:extLst>
                </p14:cNvPr>
                <p14:cNvContentPartPr/>
                <p14:nvPr/>
              </p14:nvContentPartPr>
              <p14:xfrm>
                <a:off x="7496003" y="3197508"/>
                <a:ext cx="3604320" cy="4474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38F1106C-2334-9F2C-48C0-A9C169BC32F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487003" y="3188868"/>
                  <a:ext cx="3621960" cy="46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61D8A37-1ACB-25AB-F5B5-3786597C1C97}"/>
                    </a:ext>
                  </a:extLst>
                </p14:cNvPr>
                <p14:cNvContentPartPr/>
                <p14:nvPr/>
              </p14:nvContentPartPr>
              <p14:xfrm>
                <a:off x="9198443" y="3289308"/>
                <a:ext cx="54000" cy="453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61D8A37-1ACB-25AB-F5B5-3786597C1C9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189803" y="3280668"/>
                  <a:ext cx="7164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BEDA3A8-A8C3-BF89-0B80-FB19F968E3CC}"/>
                    </a:ext>
                  </a:extLst>
                </p14:cNvPr>
                <p14:cNvContentPartPr/>
                <p14:nvPr/>
              </p14:nvContentPartPr>
              <p14:xfrm>
                <a:off x="3192563" y="784068"/>
                <a:ext cx="4906800" cy="13456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BEDA3A8-A8C3-BF89-0B80-FB19F968E3C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183563" y="775428"/>
                  <a:ext cx="4924440" cy="136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1F808B4-6BB5-147D-9674-34A3818621A6}"/>
                    </a:ext>
                  </a:extLst>
                </p14:cNvPr>
                <p14:cNvContentPartPr/>
                <p14:nvPr/>
              </p14:nvContentPartPr>
              <p14:xfrm>
                <a:off x="3193643" y="703788"/>
                <a:ext cx="59400" cy="3391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1F808B4-6BB5-147D-9674-34A3818621A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184643" y="695148"/>
                  <a:ext cx="77040" cy="3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792FC29-1F60-B1BC-A694-CF37CEC50527}"/>
                    </a:ext>
                  </a:extLst>
                </p14:cNvPr>
                <p14:cNvContentPartPr/>
                <p14:nvPr/>
              </p14:nvContentPartPr>
              <p14:xfrm>
                <a:off x="3232163" y="805668"/>
                <a:ext cx="266760" cy="482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792FC29-1F60-B1BC-A694-CF37CEC5052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223523" y="797028"/>
                  <a:ext cx="28440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2DB411A-3F6B-38FE-EAE9-579D18351D62}"/>
                    </a:ext>
                  </a:extLst>
                </p14:cNvPr>
                <p14:cNvContentPartPr/>
                <p14:nvPr/>
              </p14:nvContentPartPr>
              <p14:xfrm>
                <a:off x="3093563" y="823308"/>
                <a:ext cx="73800" cy="4006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2DB411A-3F6B-38FE-EAE9-579D18351D6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084563" y="814308"/>
                  <a:ext cx="91440" cy="418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5957637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>
            <a:extLst>
              <a:ext uri="{FF2B5EF4-FFF2-40B4-BE49-F238E27FC236}">
                <a16:creationId xmlns:a16="http://schemas.microsoft.com/office/drawing/2014/main" id="{89FA460A-D69F-9E85-3BC5-60FBB58A9053}"/>
              </a:ext>
            </a:extLst>
          </p:cNvPr>
          <p:cNvSpPr txBox="1"/>
          <p:nvPr/>
        </p:nvSpPr>
        <p:spPr>
          <a:xfrm>
            <a:off x="283209" y="296678"/>
            <a:ext cx="609432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D:\DC_DDS_01\Machine_learning\20_Docker_hello_world\Hello_world&gt;    </a:t>
            </a:r>
            <a:r>
              <a:rPr lang="en-IN" b="1" dirty="0"/>
              <a:t>docker images 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D:\DC_DDS_01\Machine_learning\20_Docker_hello_world\Hello_world&gt;  </a:t>
            </a:r>
            <a:r>
              <a:rPr lang="en-IN" b="1" dirty="0"/>
              <a:t>docker tag hello-world-python leonidus786/hello-world-python:1.0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DBFD0A-5554-04CE-34EB-13BE7CD0F5AE}"/>
              </a:ext>
            </a:extLst>
          </p:cNvPr>
          <p:cNvSpPr txBox="1"/>
          <p:nvPr/>
        </p:nvSpPr>
        <p:spPr>
          <a:xfrm>
            <a:off x="283209" y="5075645"/>
            <a:ext cx="6094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docker run leonidus786/hello-world-python:1.0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F9B396-3C7A-386D-8404-D0721AE03849}"/>
              </a:ext>
            </a:extLst>
          </p:cNvPr>
          <p:cNvSpPr txBox="1"/>
          <p:nvPr/>
        </p:nvSpPr>
        <p:spPr>
          <a:xfrm>
            <a:off x="283209" y="5658450"/>
            <a:ext cx="6094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docker pull leonidus786/hello-world-python:1.0</a:t>
            </a:r>
          </a:p>
        </p:txBody>
      </p:sp>
    </p:spTree>
    <p:extLst>
      <p:ext uri="{BB962C8B-B14F-4D97-AF65-F5344CB8AC3E}">
        <p14:creationId xmlns:p14="http://schemas.microsoft.com/office/powerpoint/2010/main" val="1683464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B46D2345-863D-CF3E-5CB5-3A73AD9C4F92}"/>
              </a:ext>
            </a:extLst>
          </p:cNvPr>
          <p:cNvGrpSpPr/>
          <p:nvPr/>
        </p:nvGrpSpPr>
        <p:grpSpPr>
          <a:xfrm>
            <a:off x="505523" y="233660"/>
            <a:ext cx="8504280" cy="1476360"/>
            <a:chOff x="505523" y="233660"/>
            <a:chExt cx="8504280" cy="1476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BA223280-508C-0C3E-B88B-3D7D3DE987D0}"/>
                    </a:ext>
                  </a:extLst>
                </p14:cNvPr>
                <p14:cNvContentPartPr/>
                <p14:nvPr/>
              </p14:nvContentPartPr>
              <p14:xfrm>
                <a:off x="505523" y="291260"/>
                <a:ext cx="954000" cy="14187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BA223280-508C-0C3E-B88B-3D7D3DE987D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99403" y="285140"/>
                  <a:ext cx="966240" cy="143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D7B79C45-6149-E531-FB8B-907510B4DED6}"/>
                    </a:ext>
                  </a:extLst>
                </p14:cNvPr>
                <p14:cNvContentPartPr/>
                <p14:nvPr/>
              </p14:nvContentPartPr>
              <p14:xfrm>
                <a:off x="1638083" y="573500"/>
                <a:ext cx="13680" cy="655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D7B79C45-6149-E531-FB8B-907510B4DED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631963" y="567380"/>
                  <a:ext cx="2592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3D3B26AA-68B4-50F9-D12A-AFBB8DBE7382}"/>
                    </a:ext>
                  </a:extLst>
                </p14:cNvPr>
                <p14:cNvContentPartPr/>
                <p14:nvPr/>
              </p14:nvContentPartPr>
              <p14:xfrm>
                <a:off x="1756163" y="423740"/>
                <a:ext cx="250560" cy="7167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3D3B26AA-68B4-50F9-D12A-AFBB8DBE738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750043" y="417620"/>
                  <a:ext cx="262800" cy="72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0EC4C5B-D519-7C5D-FA5F-80FFEA37FFEB}"/>
                    </a:ext>
                  </a:extLst>
                </p14:cNvPr>
                <p14:cNvContentPartPr/>
                <p14:nvPr/>
              </p14:nvContentPartPr>
              <p14:xfrm>
                <a:off x="1673363" y="487820"/>
                <a:ext cx="1656720" cy="6318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0EC4C5B-D519-7C5D-FA5F-80FFEA37FFE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667243" y="481700"/>
                  <a:ext cx="1668960" cy="64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9D4B60F-36B3-3F78-F6DB-BB8B569E191B}"/>
                    </a:ext>
                  </a:extLst>
                </p14:cNvPr>
                <p14:cNvContentPartPr/>
                <p14:nvPr/>
              </p14:nvContentPartPr>
              <p14:xfrm>
                <a:off x="3620603" y="944660"/>
                <a:ext cx="11160" cy="360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9D4B60F-36B3-3F78-F6DB-BB8B569E191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614483" y="938540"/>
                  <a:ext cx="2340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4FA817A-8617-C5E2-D25C-F1D901757DCC}"/>
                    </a:ext>
                  </a:extLst>
                </p14:cNvPr>
                <p14:cNvContentPartPr/>
                <p14:nvPr/>
              </p14:nvContentPartPr>
              <p14:xfrm>
                <a:off x="4031723" y="233660"/>
                <a:ext cx="2329560" cy="12009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4FA817A-8617-C5E2-D25C-F1D901757DC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025603" y="227540"/>
                  <a:ext cx="2341800" cy="12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40CBAC2-562E-6F65-1163-7187A95C3360}"/>
                    </a:ext>
                  </a:extLst>
                </p14:cNvPr>
                <p14:cNvContentPartPr/>
                <p14:nvPr/>
              </p14:nvContentPartPr>
              <p14:xfrm>
                <a:off x="6260123" y="572420"/>
                <a:ext cx="1924560" cy="6127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40CBAC2-562E-6F65-1163-7187A95C336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253643" y="566300"/>
                  <a:ext cx="1936800" cy="62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B433AAC-E98D-24A5-15D3-E06C6C2F49AD}"/>
                    </a:ext>
                  </a:extLst>
                </p14:cNvPr>
                <p14:cNvContentPartPr/>
                <p14:nvPr/>
              </p14:nvContentPartPr>
              <p14:xfrm>
                <a:off x="8130323" y="813620"/>
                <a:ext cx="879480" cy="3042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B433AAC-E98D-24A5-15D3-E06C6C2F49A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123843" y="807500"/>
                  <a:ext cx="891720" cy="3164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3B11DEE6-33EC-C561-FBC7-4120573B01B4}"/>
              </a:ext>
            </a:extLst>
          </p:cNvPr>
          <p:cNvSpPr txBox="1"/>
          <p:nvPr/>
        </p:nvSpPr>
        <p:spPr>
          <a:xfrm>
            <a:off x="266959" y="1773380"/>
            <a:ext cx="60943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https://education.github.com/git-cheat-sheet-education.pdf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E666EEB-018C-F995-67E1-7DC6C117EF82}"/>
              </a:ext>
            </a:extLst>
          </p:cNvPr>
          <p:cNvGrpSpPr/>
          <p:nvPr/>
        </p:nvGrpSpPr>
        <p:grpSpPr>
          <a:xfrm>
            <a:off x="352883" y="2712588"/>
            <a:ext cx="1726920" cy="1259280"/>
            <a:chOff x="352883" y="2712588"/>
            <a:chExt cx="1726920" cy="1259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EE6154B-986C-0746-B17D-EBD15FD459BA}"/>
                    </a:ext>
                  </a:extLst>
                </p14:cNvPr>
                <p14:cNvContentPartPr/>
                <p14:nvPr/>
              </p14:nvContentPartPr>
              <p14:xfrm>
                <a:off x="352883" y="2930748"/>
                <a:ext cx="777960" cy="10411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EE6154B-986C-0746-B17D-EBD15FD459B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46763" y="2924628"/>
                  <a:ext cx="790200" cy="10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EE6FEC5-62E0-F4E3-2900-20FF3B753872}"/>
                    </a:ext>
                  </a:extLst>
                </p14:cNvPr>
                <p14:cNvContentPartPr/>
                <p14:nvPr/>
              </p14:nvContentPartPr>
              <p14:xfrm>
                <a:off x="1376363" y="2712588"/>
                <a:ext cx="94320" cy="687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EE6FEC5-62E0-F4E3-2900-20FF3B75387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370243" y="2706468"/>
                  <a:ext cx="10656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B3C188D-8A16-6406-DC83-39D4701ABD7C}"/>
                    </a:ext>
                  </a:extLst>
                </p14:cNvPr>
                <p14:cNvContentPartPr/>
                <p14:nvPr/>
              </p14:nvContentPartPr>
              <p14:xfrm>
                <a:off x="1648523" y="2942628"/>
                <a:ext cx="113040" cy="5137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B3C188D-8A16-6406-DC83-39D4701ABD7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642403" y="2936508"/>
                  <a:ext cx="125280" cy="52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066A876-9A26-EBCC-F455-DEEB54CF5C65}"/>
                    </a:ext>
                  </a:extLst>
                </p14:cNvPr>
                <p14:cNvContentPartPr/>
                <p14:nvPr/>
              </p14:nvContentPartPr>
              <p14:xfrm>
                <a:off x="1366643" y="3038028"/>
                <a:ext cx="713160" cy="1566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066A876-9A26-EBCC-F455-DEEB54CF5C6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360523" y="3031908"/>
                  <a:ext cx="725400" cy="168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00C959B-DE6C-4E0C-6AFE-9E3A7C42166A}"/>
              </a:ext>
            </a:extLst>
          </p:cNvPr>
          <p:cNvGrpSpPr/>
          <p:nvPr/>
        </p:nvGrpSpPr>
        <p:grpSpPr>
          <a:xfrm>
            <a:off x="2624483" y="2775588"/>
            <a:ext cx="683280" cy="844560"/>
            <a:chOff x="2624483" y="2775588"/>
            <a:chExt cx="683280" cy="844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5A601C6-7CE7-062D-9B6F-C3749AE3884D}"/>
                    </a:ext>
                  </a:extLst>
                </p14:cNvPr>
                <p14:cNvContentPartPr/>
                <p14:nvPr/>
              </p14:nvContentPartPr>
              <p14:xfrm>
                <a:off x="2624483" y="2775588"/>
                <a:ext cx="683280" cy="7826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5A601C6-7CE7-062D-9B6F-C3749AE3884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618363" y="2769468"/>
                  <a:ext cx="695520" cy="79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A7D9505-450C-5FB1-5E97-A321DF6D3B63}"/>
                    </a:ext>
                  </a:extLst>
                </p14:cNvPr>
                <p14:cNvContentPartPr/>
                <p14:nvPr/>
              </p14:nvContentPartPr>
              <p14:xfrm>
                <a:off x="2843363" y="2856948"/>
                <a:ext cx="209520" cy="7632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A7D9505-450C-5FB1-5E97-A321DF6D3B6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837243" y="2850828"/>
                  <a:ext cx="221760" cy="77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2596AE5-010B-6EC8-43C5-40AE6A99BFAA}"/>
              </a:ext>
            </a:extLst>
          </p:cNvPr>
          <p:cNvGrpSpPr/>
          <p:nvPr/>
        </p:nvGrpSpPr>
        <p:grpSpPr>
          <a:xfrm>
            <a:off x="4570643" y="2336028"/>
            <a:ext cx="6140160" cy="1546920"/>
            <a:chOff x="4570643" y="2336028"/>
            <a:chExt cx="6140160" cy="1546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1758E7D-F611-1144-16E6-0F8C397A941F}"/>
                    </a:ext>
                  </a:extLst>
                </p14:cNvPr>
                <p14:cNvContentPartPr/>
                <p14:nvPr/>
              </p14:nvContentPartPr>
              <p14:xfrm>
                <a:off x="4570643" y="2840388"/>
                <a:ext cx="862200" cy="10425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1758E7D-F611-1144-16E6-0F8C397A941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564523" y="2834268"/>
                  <a:ext cx="874440" cy="10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F218B39-1502-21C8-C3AA-7FE712BC992A}"/>
                    </a:ext>
                  </a:extLst>
                </p14:cNvPr>
                <p14:cNvContentPartPr/>
                <p14:nvPr/>
              </p14:nvContentPartPr>
              <p14:xfrm>
                <a:off x="6109283" y="2696388"/>
                <a:ext cx="23400" cy="536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F218B39-1502-21C8-C3AA-7FE712BC992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103163" y="2690268"/>
                  <a:ext cx="3564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99948E0-D201-1CAF-C06B-C3744FF35272}"/>
                    </a:ext>
                  </a:extLst>
                </p14:cNvPr>
                <p14:cNvContentPartPr/>
                <p14:nvPr/>
              </p14:nvContentPartPr>
              <p14:xfrm>
                <a:off x="6068243" y="2665068"/>
                <a:ext cx="446400" cy="8193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99948E0-D201-1CAF-C06B-C3744FF3527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062123" y="2658948"/>
                  <a:ext cx="458640" cy="83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CDD08AA-CF37-B8D9-29CE-76D0176FAFEF}"/>
                    </a:ext>
                  </a:extLst>
                </p14:cNvPr>
                <p14:cNvContentPartPr/>
                <p14:nvPr/>
              </p14:nvContentPartPr>
              <p14:xfrm>
                <a:off x="5841443" y="3131628"/>
                <a:ext cx="620280" cy="666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CDD08AA-CF37-B8D9-29CE-76D0176FAFE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835323" y="3125508"/>
                  <a:ext cx="63252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4219311-C546-D39B-24CD-8EB37F6CE62A}"/>
                    </a:ext>
                  </a:extLst>
                </p14:cNvPr>
                <p14:cNvContentPartPr/>
                <p14:nvPr/>
              </p14:nvContentPartPr>
              <p14:xfrm>
                <a:off x="6670883" y="2336028"/>
                <a:ext cx="2617200" cy="11667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4219311-C546-D39B-24CD-8EB37F6CE62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664763" y="2329908"/>
                  <a:ext cx="2629440" cy="11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9F20266-9A18-0365-B2A0-87A7D0FCA0E6}"/>
                    </a:ext>
                  </a:extLst>
                </p14:cNvPr>
                <p14:cNvContentPartPr/>
                <p14:nvPr/>
              </p14:nvContentPartPr>
              <p14:xfrm>
                <a:off x="10064243" y="2696388"/>
                <a:ext cx="51120" cy="1663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9F20266-9A18-0365-B2A0-87A7D0FCA0E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058123" y="2690268"/>
                  <a:ext cx="6336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F6E739F-886E-A8BF-7143-2D3809B8C383}"/>
                    </a:ext>
                  </a:extLst>
                </p14:cNvPr>
                <p14:cNvContentPartPr/>
                <p14:nvPr/>
              </p14:nvContentPartPr>
              <p14:xfrm>
                <a:off x="9391403" y="3569748"/>
                <a:ext cx="77400" cy="133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F6E739F-886E-A8BF-7143-2D3809B8C38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385283" y="3563628"/>
                  <a:ext cx="8964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2F29C83-2C6A-274D-2AEA-231447258106}"/>
                    </a:ext>
                  </a:extLst>
                </p14:cNvPr>
                <p14:cNvContentPartPr/>
                <p14:nvPr/>
              </p14:nvContentPartPr>
              <p14:xfrm>
                <a:off x="10272683" y="3090228"/>
                <a:ext cx="438120" cy="1274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2F29C83-2C6A-274D-2AEA-23144725810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266563" y="3084108"/>
                  <a:ext cx="450360" cy="1396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33BA0FF6-881F-38D7-6980-8029D35AD21B}"/>
              </a:ext>
            </a:extLst>
          </p:cNvPr>
          <p:cNvSpPr txBox="1"/>
          <p:nvPr/>
        </p:nvSpPr>
        <p:spPr>
          <a:xfrm>
            <a:off x="420318" y="4504695"/>
            <a:ext cx="1113528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effectLst/>
              </a:rPr>
              <a:t>Git is a local, open-source version control system (VCS), while GitHub is a web-based, cloud-hosted platform for managing and collaborating on Git repositories.</a:t>
            </a: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. In short, Git is the tool, and GitHub is a service that uses this tool for online collaboration and hosting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60212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0361CA7-9A71-E9AF-097E-1BAACB7B1347}"/>
              </a:ext>
            </a:extLst>
          </p:cNvPr>
          <p:cNvSpPr txBox="1"/>
          <p:nvPr/>
        </p:nvSpPr>
        <p:spPr>
          <a:xfrm>
            <a:off x="183383" y="134035"/>
            <a:ext cx="60943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git clone [</a:t>
            </a:r>
            <a:r>
              <a:rPr lang="en-US" dirty="0" err="1"/>
              <a:t>url</a:t>
            </a:r>
            <a:r>
              <a:rPr lang="en-US" dirty="0"/>
              <a:t>] retrieve an entire repository from a hosted location via URL</a:t>
            </a:r>
            <a:endParaRPr lang="en-IN" dirty="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62C704D-691D-727F-AC8B-A2B652558F37}"/>
              </a:ext>
            </a:extLst>
          </p:cNvPr>
          <p:cNvGrpSpPr/>
          <p:nvPr/>
        </p:nvGrpSpPr>
        <p:grpSpPr>
          <a:xfrm>
            <a:off x="-9637" y="117708"/>
            <a:ext cx="11620080" cy="3660840"/>
            <a:chOff x="-9637" y="117708"/>
            <a:chExt cx="11620080" cy="366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A3C65C0-1163-FE49-D08F-D9749CF7EB09}"/>
                    </a:ext>
                  </a:extLst>
                </p14:cNvPr>
                <p14:cNvContentPartPr/>
                <p14:nvPr/>
              </p14:nvContentPartPr>
              <p14:xfrm>
                <a:off x="7889123" y="277188"/>
                <a:ext cx="893880" cy="7430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A3C65C0-1163-FE49-D08F-D9749CF7EB0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883003" y="271068"/>
                  <a:ext cx="906120" cy="75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E00486F-6D7E-9858-F18B-4CBB20D58476}"/>
                    </a:ext>
                  </a:extLst>
                </p14:cNvPr>
                <p14:cNvContentPartPr/>
                <p14:nvPr/>
              </p14:nvContentPartPr>
              <p14:xfrm>
                <a:off x="8998283" y="347748"/>
                <a:ext cx="59400" cy="219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E00486F-6D7E-9858-F18B-4CBB20D5847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992163" y="341628"/>
                  <a:ext cx="716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94A0DED-A2DC-A03C-F259-9F2798596307}"/>
                    </a:ext>
                  </a:extLst>
                </p14:cNvPr>
                <p14:cNvContentPartPr/>
                <p14:nvPr/>
              </p14:nvContentPartPr>
              <p14:xfrm>
                <a:off x="9112763" y="451068"/>
                <a:ext cx="145080" cy="4809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94A0DED-A2DC-A03C-F259-9F279859630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106643" y="444948"/>
                  <a:ext cx="157320" cy="49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710764C-F8E2-1115-9D7C-815AA91205A8}"/>
                    </a:ext>
                  </a:extLst>
                </p14:cNvPr>
                <p14:cNvContentPartPr/>
                <p14:nvPr/>
              </p14:nvContentPartPr>
              <p14:xfrm>
                <a:off x="8947523" y="618108"/>
                <a:ext cx="458640" cy="514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710764C-F8E2-1115-9D7C-815AA91205A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941403" y="611988"/>
                  <a:ext cx="47088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5ADF55A-3B01-4186-8B68-96189426A27E}"/>
                    </a:ext>
                  </a:extLst>
                </p14:cNvPr>
                <p14:cNvContentPartPr/>
                <p14:nvPr/>
              </p14:nvContentPartPr>
              <p14:xfrm>
                <a:off x="9976043" y="249108"/>
                <a:ext cx="697320" cy="6026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5ADF55A-3B01-4186-8B68-96189426A27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969923" y="242988"/>
                  <a:ext cx="709560" cy="61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A1C4B53-26A2-6734-E794-D6A1600F10BB}"/>
                    </a:ext>
                  </a:extLst>
                </p14:cNvPr>
                <p14:cNvContentPartPr/>
                <p14:nvPr/>
              </p14:nvContentPartPr>
              <p14:xfrm>
                <a:off x="10950563" y="117708"/>
                <a:ext cx="104040" cy="1382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A1C4B53-26A2-6734-E794-D6A1600F10B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0944443" y="111588"/>
                  <a:ext cx="11628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099F18D-4D83-38DC-981D-B70A2FA2BDAB}"/>
                    </a:ext>
                  </a:extLst>
                </p14:cNvPr>
                <p14:cNvContentPartPr/>
                <p14:nvPr/>
              </p14:nvContentPartPr>
              <p14:xfrm>
                <a:off x="10462043" y="893868"/>
                <a:ext cx="451440" cy="1882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099F18D-4D83-38DC-981D-B70A2FA2BDA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455923" y="887748"/>
                  <a:ext cx="46368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7567870-63BE-8142-C9FD-BA0787BE6034}"/>
                    </a:ext>
                  </a:extLst>
                </p14:cNvPr>
                <p14:cNvContentPartPr/>
                <p14:nvPr/>
              </p14:nvContentPartPr>
              <p14:xfrm>
                <a:off x="11218043" y="486708"/>
                <a:ext cx="342720" cy="5040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7567870-63BE-8142-C9FD-BA0787BE603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1211923" y="480588"/>
                  <a:ext cx="354960" cy="51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1B8DB53-6610-34D2-B37A-DE12E67E04BD}"/>
                    </a:ext>
                  </a:extLst>
                </p14:cNvPr>
                <p14:cNvContentPartPr/>
                <p14:nvPr/>
              </p14:nvContentPartPr>
              <p14:xfrm>
                <a:off x="11247203" y="231108"/>
                <a:ext cx="363240" cy="6922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1B8DB53-6610-34D2-B37A-DE12E67E04B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1241083" y="224988"/>
                  <a:ext cx="375480" cy="70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2C09A69-9BF0-F084-EFEA-2B65197EAFF8}"/>
                    </a:ext>
                  </a:extLst>
                </p14:cNvPr>
                <p14:cNvContentPartPr/>
                <p14:nvPr/>
              </p14:nvContentPartPr>
              <p14:xfrm>
                <a:off x="10977203" y="403188"/>
                <a:ext cx="199440" cy="6166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2C09A69-9BF0-F084-EFEA-2B65197EAFF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971083" y="397068"/>
                  <a:ext cx="211680" cy="62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AA406A1-8FD8-069E-F485-C9257151C5CC}"/>
                    </a:ext>
                  </a:extLst>
                </p14:cNvPr>
                <p14:cNvContentPartPr/>
                <p14:nvPr/>
              </p14:nvContentPartPr>
              <p14:xfrm>
                <a:off x="10834643" y="712428"/>
                <a:ext cx="192240" cy="180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AA406A1-8FD8-069E-F485-C9257151C5C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828523" y="706308"/>
                  <a:ext cx="20448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936DDD9A-71DE-2735-CCB7-115A55CF792C}"/>
                    </a:ext>
                  </a:extLst>
                </p14:cNvPr>
                <p14:cNvContentPartPr/>
                <p14:nvPr/>
              </p14:nvContentPartPr>
              <p14:xfrm>
                <a:off x="2099963" y="670308"/>
                <a:ext cx="1699200" cy="3301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936DDD9A-71DE-2735-CCB7-115A55CF792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093843" y="664188"/>
                  <a:ext cx="1711440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1BACA99-6E32-B3F8-338F-7841EB296238}"/>
                    </a:ext>
                  </a:extLst>
                </p14:cNvPr>
                <p14:cNvContentPartPr/>
                <p14:nvPr/>
              </p14:nvContentPartPr>
              <p14:xfrm>
                <a:off x="4041443" y="622428"/>
                <a:ext cx="1229760" cy="525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1BACA99-6E32-B3F8-338F-7841EB29623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035323" y="616308"/>
                  <a:ext cx="124200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5CF3790-A541-5743-B876-FCF3C5E78450}"/>
                    </a:ext>
                  </a:extLst>
                </p14:cNvPr>
                <p14:cNvContentPartPr/>
                <p14:nvPr/>
              </p14:nvContentPartPr>
              <p14:xfrm>
                <a:off x="4411883" y="752388"/>
                <a:ext cx="400320" cy="5950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5CF3790-A541-5743-B876-FCF3C5E7845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405763" y="746268"/>
                  <a:ext cx="412560" cy="60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494A5AE-FBB2-25DA-7611-728A37E60EFC}"/>
                    </a:ext>
                  </a:extLst>
                </p14:cNvPr>
                <p14:cNvContentPartPr/>
                <p14:nvPr/>
              </p14:nvContentPartPr>
              <p14:xfrm>
                <a:off x="4838843" y="874068"/>
                <a:ext cx="159840" cy="3895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494A5AE-FBB2-25DA-7611-728A37E60EF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832723" y="867948"/>
                  <a:ext cx="172080" cy="40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232D2B3-3AF4-D7B0-8867-8A920FD5D917}"/>
                    </a:ext>
                  </a:extLst>
                </p14:cNvPr>
                <p14:cNvContentPartPr/>
                <p14:nvPr/>
              </p14:nvContentPartPr>
              <p14:xfrm>
                <a:off x="5171123" y="835188"/>
                <a:ext cx="303120" cy="6519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232D2B3-3AF4-D7B0-8867-8A920FD5D91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165003" y="829068"/>
                  <a:ext cx="315360" cy="66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9AC4826-7B56-9C68-D5C3-BA4CE9EFF5A7}"/>
                    </a:ext>
                  </a:extLst>
                </p14:cNvPr>
                <p14:cNvContentPartPr/>
                <p14:nvPr/>
              </p14:nvContentPartPr>
              <p14:xfrm>
                <a:off x="4193723" y="1249188"/>
                <a:ext cx="384480" cy="1692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9AC4826-7B56-9C68-D5C3-BA4CE9EFF5A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187603" y="1243068"/>
                  <a:ext cx="39672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43D90B4-C082-9A30-C913-E9E4914285E2}"/>
                    </a:ext>
                  </a:extLst>
                </p14:cNvPr>
                <p14:cNvContentPartPr/>
                <p14:nvPr/>
              </p14:nvContentPartPr>
              <p14:xfrm>
                <a:off x="5819483" y="1113108"/>
                <a:ext cx="855720" cy="1447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43D90B4-C082-9A30-C913-E9E4914285E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813363" y="1106988"/>
                  <a:ext cx="86796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949B73E-E37F-931B-8CA1-09B7A6FB73FB}"/>
                    </a:ext>
                  </a:extLst>
                </p14:cNvPr>
                <p14:cNvContentPartPr/>
                <p14:nvPr/>
              </p14:nvContentPartPr>
              <p14:xfrm>
                <a:off x="3453923" y="531348"/>
                <a:ext cx="845640" cy="360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949B73E-E37F-931B-8CA1-09B7A6FB73F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447803" y="525228"/>
                  <a:ext cx="85788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3A08072-CB80-7AAB-68C8-E0970F81209D}"/>
                    </a:ext>
                  </a:extLst>
                </p14:cNvPr>
                <p14:cNvContentPartPr/>
                <p14:nvPr/>
              </p14:nvContentPartPr>
              <p14:xfrm>
                <a:off x="735563" y="2113548"/>
                <a:ext cx="72360" cy="4399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3A08072-CB80-7AAB-68C8-E0970F81209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29443" y="2107428"/>
                  <a:ext cx="84600" cy="45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D058039-30C0-49E5-DB97-6C22091DF262}"/>
                    </a:ext>
                  </a:extLst>
                </p14:cNvPr>
                <p14:cNvContentPartPr/>
                <p14:nvPr/>
              </p14:nvContentPartPr>
              <p14:xfrm>
                <a:off x="420203" y="1755708"/>
                <a:ext cx="2046600" cy="9475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D058039-30C0-49E5-DB97-6C22091DF26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14083" y="1749588"/>
                  <a:ext cx="2058840" cy="9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481F212-48D0-A448-6C39-9C4F020F4D23}"/>
                    </a:ext>
                  </a:extLst>
                </p14:cNvPr>
                <p14:cNvContentPartPr/>
                <p14:nvPr/>
              </p14:nvContentPartPr>
              <p14:xfrm>
                <a:off x="2274923" y="2102748"/>
                <a:ext cx="2536920" cy="1371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481F212-48D0-A448-6C39-9C4F020F4D2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268803" y="2096628"/>
                  <a:ext cx="254916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02DF0AB-72CA-54A1-4BDA-FB9AE4D2ACDC}"/>
                    </a:ext>
                  </a:extLst>
                </p14:cNvPr>
                <p14:cNvContentPartPr/>
                <p14:nvPr/>
              </p14:nvContentPartPr>
              <p14:xfrm>
                <a:off x="4375163" y="1678308"/>
                <a:ext cx="486360" cy="9748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02DF0AB-72CA-54A1-4BDA-FB9AE4D2ACD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369043" y="1672188"/>
                  <a:ext cx="498600" cy="9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A1A6050-4FBA-670A-A0C3-05BF249EB688}"/>
                    </a:ext>
                  </a:extLst>
                </p14:cNvPr>
                <p14:cNvContentPartPr/>
                <p14:nvPr/>
              </p14:nvContentPartPr>
              <p14:xfrm>
                <a:off x="6138083" y="1459068"/>
                <a:ext cx="339120" cy="16239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A1A6050-4FBA-670A-A0C3-05BF249EB68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131963" y="1452948"/>
                  <a:ext cx="351360" cy="163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148E89A-E744-DD6F-591A-E781101523E0}"/>
                    </a:ext>
                  </a:extLst>
                </p14:cNvPr>
                <p14:cNvContentPartPr/>
                <p14:nvPr/>
              </p14:nvContentPartPr>
              <p14:xfrm>
                <a:off x="6056363" y="2073228"/>
                <a:ext cx="829080" cy="5169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148E89A-E744-DD6F-591A-E781101523E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050243" y="2067108"/>
                  <a:ext cx="841320" cy="52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7E03B39-C612-4727-E981-1A24F77E32AB}"/>
                    </a:ext>
                  </a:extLst>
                </p14:cNvPr>
                <p14:cNvContentPartPr/>
                <p14:nvPr/>
              </p14:nvContentPartPr>
              <p14:xfrm>
                <a:off x="7361003" y="1845708"/>
                <a:ext cx="389880" cy="2210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7E03B39-C612-4727-E981-1A24F77E32A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354883" y="1839588"/>
                  <a:ext cx="40212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A22044B-2F0F-BD97-681B-8AE3E14C89F4}"/>
                    </a:ext>
                  </a:extLst>
                </p14:cNvPr>
                <p14:cNvContentPartPr/>
                <p14:nvPr/>
              </p14:nvContentPartPr>
              <p14:xfrm>
                <a:off x="8466563" y="1504788"/>
                <a:ext cx="54720" cy="4507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A22044B-2F0F-BD97-681B-8AE3E14C89F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460443" y="1498668"/>
                  <a:ext cx="66960" cy="46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6ABEF06-0BE3-8BB1-91A1-71CE62B56498}"/>
                    </a:ext>
                  </a:extLst>
                </p14:cNvPr>
                <p14:cNvContentPartPr/>
                <p14:nvPr/>
              </p14:nvContentPartPr>
              <p14:xfrm>
                <a:off x="8584643" y="1945788"/>
                <a:ext cx="596880" cy="1062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6ABEF06-0BE3-8BB1-91A1-71CE62B5649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578523" y="1939668"/>
                  <a:ext cx="60912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F14F88F0-BCBC-DCAD-EBF2-E3D18993ACAB}"/>
                    </a:ext>
                  </a:extLst>
                </p14:cNvPr>
                <p14:cNvContentPartPr/>
                <p14:nvPr/>
              </p14:nvContentPartPr>
              <p14:xfrm>
                <a:off x="697403" y="489948"/>
                <a:ext cx="218520" cy="183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F14F88F0-BCBC-DCAD-EBF2-E3D18993ACA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91283" y="483828"/>
                  <a:ext cx="23076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3B1BEC1-ED7B-CF72-7691-9C61154C1D75}"/>
                    </a:ext>
                  </a:extLst>
                </p14:cNvPr>
                <p14:cNvContentPartPr/>
                <p14:nvPr/>
              </p14:nvContentPartPr>
              <p14:xfrm>
                <a:off x="-9637" y="457548"/>
                <a:ext cx="2070000" cy="30974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3B1BEC1-ED7B-CF72-7691-9C61154C1D7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-15757" y="451428"/>
                  <a:ext cx="2082240" cy="310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6A00216-117A-3996-0F37-F4A27CA47A9B}"/>
                    </a:ext>
                  </a:extLst>
                </p14:cNvPr>
                <p14:cNvContentPartPr/>
                <p14:nvPr/>
              </p14:nvContentPartPr>
              <p14:xfrm>
                <a:off x="2071163" y="2809068"/>
                <a:ext cx="312840" cy="9694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6A00216-117A-3996-0F37-F4A27CA47A9B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065043" y="2802948"/>
                  <a:ext cx="325080" cy="9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A1B0AB38-77EA-E1E4-1BC0-77B9D44187D3}"/>
                    </a:ext>
                  </a:extLst>
                </p14:cNvPr>
                <p14:cNvContentPartPr/>
                <p14:nvPr/>
              </p14:nvContentPartPr>
              <p14:xfrm>
                <a:off x="3040283" y="2876748"/>
                <a:ext cx="1550520" cy="7844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A1B0AB38-77EA-E1E4-1BC0-77B9D44187D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034163" y="2870628"/>
                  <a:ext cx="1562760" cy="79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C097EA0-F739-D33F-8E79-B8DCE33FCE19}"/>
                    </a:ext>
                  </a:extLst>
                </p14:cNvPr>
                <p14:cNvContentPartPr/>
                <p14:nvPr/>
              </p14:nvContentPartPr>
              <p14:xfrm>
                <a:off x="4903283" y="3153588"/>
                <a:ext cx="1011600" cy="4525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C097EA0-F739-D33F-8E79-B8DCE33FCE1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897163" y="3147468"/>
                  <a:ext cx="1023840" cy="46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518F7CC-2003-8E92-F235-BFBB07CA335E}"/>
                    </a:ext>
                  </a:extLst>
                </p14:cNvPr>
                <p14:cNvContentPartPr/>
                <p14:nvPr/>
              </p14:nvContentPartPr>
              <p14:xfrm>
                <a:off x="6434723" y="3478668"/>
                <a:ext cx="214920" cy="763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518F7CC-2003-8E92-F235-BFBB07CA335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428603" y="3472548"/>
                  <a:ext cx="227160" cy="88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18006760-365B-6103-FFC4-5A5FD322FD6A}"/>
              </a:ext>
            </a:extLst>
          </p:cNvPr>
          <p:cNvGrpSpPr/>
          <p:nvPr/>
        </p:nvGrpSpPr>
        <p:grpSpPr>
          <a:xfrm>
            <a:off x="9553763" y="1812948"/>
            <a:ext cx="2679840" cy="1566720"/>
            <a:chOff x="9553763" y="1812948"/>
            <a:chExt cx="2679840" cy="1566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97FCBACE-AA32-5E3F-B6A2-10523E941EC6}"/>
                    </a:ext>
                  </a:extLst>
                </p14:cNvPr>
                <p14:cNvContentPartPr/>
                <p14:nvPr/>
              </p14:nvContentPartPr>
              <p14:xfrm>
                <a:off x="9553763" y="1812948"/>
                <a:ext cx="1017000" cy="15667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97FCBACE-AA32-5E3F-B6A2-10523E941EC6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547643" y="1806828"/>
                  <a:ext cx="1029240" cy="157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F3D88F3-05DC-DA2B-C123-0B2CDF21A242}"/>
                    </a:ext>
                  </a:extLst>
                </p14:cNvPr>
                <p14:cNvContentPartPr/>
                <p14:nvPr/>
              </p14:nvContentPartPr>
              <p14:xfrm>
                <a:off x="12173123" y="2356548"/>
                <a:ext cx="60480" cy="100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F3D88F3-05DC-DA2B-C123-0B2CDF21A242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2167003" y="2350428"/>
                  <a:ext cx="7272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B20317CC-48EF-2E1E-3DFB-28CAEB38BD80}"/>
                    </a:ext>
                  </a:extLst>
                </p14:cNvPr>
                <p14:cNvContentPartPr/>
                <p14:nvPr/>
              </p14:nvContentPartPr>
              <p14:xfrm>
                <a:off x="10699283" y="2122188"/>
                <a:ext cx="705960" cy="6548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B20317CC-48EF-2E1E-3DFB-28CAEB38BD8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693163" y="2116068"/>
                  <a:ext cx="718200" cy="66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A1BE882-3117-3FB9-FBCF-CAB282012877}"/>
                    </a:ext>
                  </a:extLst>
                </p14:cNvPr>
                <p14:cNvContentPartPr/>
                <p14:nvPr/>
              </p14:nvContentPartPr>
              <p14:xfrm>
                <a:off x="11424323" y="1853988"/>
                <a:ext cx="382680" cy="8985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A1BE882-3117-3FB9-FBCF-CAB282012877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1418203" y="1847868"/>
                  <a:ext cx="394920" cy="91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5BEBDA8-727F-0FB8-5080-B4DF34F2A410}"/>
                    </a:ext>
                  </a:extLst>
                </p14:cNvPr>
                <p14:cNvContentPartPr/>
                <p14:nvPr/>
              </p14:nvContentPartPr>
              <p14:xfrm>
                <a:off x="11931923" y="2566068"/>
                <a:ext cx="12600" cy="176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5BEBDA8-727F-0FB8-5080-B4DF34F2A410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1925803" y="2559948"/>
                  <a:ext cx="24840" cy="298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C7BAA239-133B-9CE8-1088-F759AC4A6E4F}"/>
              </a:ext>
            </a:extLst>
          </p:cNvPr>
          <p:cNvSpPr txBox="1"/>
          <p:nvPr/>
        </p:nvSpPr>
        <p:spPr>
          <a:xfrm>
            <a:off x="219798" y="5026410"/>
            <a:ext cx="6159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git add</a:t>
            </a: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469F7B81-E4D2-CC27-F55D-081793C33260}"/>
              </a:ext>
            </a:extLst>
          </p:cNvPr>
          <p:cNvGrpSpPr/>
          <p:nvPr/>
        </p:nvGrpSpPr>
        <p:grpSpPr>
          <a:xfrm>
            <a:off x="1300403" y="5212820"/>
            <a:ext cx="102960" cy="64800"/>
            <a:chOff x="1300403" y="5212820"/>
            <a:chExt cx="102960" cy="64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EAC709DD-1C55-7983-88FA-349BDB0DB5E7}"/>
                    </a:ext>
                  </a:extLst>
                </p14:cNvPr>
                <p14:cNvContentPartPr/>
                <p14:nvPr/>
              </p14:nvContentPartPr>
              <p14:xfrm>
                <a:off x="1300403" y="5224700"/>
                <a:ext cx="32760" cy="122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EAC709DD-1C55-7983-88FA-349BDB0DB5E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294283" y="5218580"/>
                  <a:ext cx="4500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8FC3E514-5382-8CAB-6D91-CF7310ED93F6}"/>
                    </a:ext>
                  </a:extLst>
                </p14:cNvPr>
                <p14:cNvContentPartPr/>
                <p14:nvPr/>
              </p14:nvContentPartPr>
              <p14:xfrm>
                <a:off x="1319843" y="5212820"/>
                <a:ext cx="83520" cy="648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8FC3E514-5382-8CAB-6D91-CF7310ED93F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313723" y="5206700"/>
                  <a:ext cx="95760" cy="77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0355836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03107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</TotalTime>
  <Words>195</Words>
  <Application>Microsoft Office PowerPoint</Application>
  <PresentationFormat>Widescreen</PresentationFormat>
  <Paragraphs>18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Google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testBI Power</dc:creator>
  <cp:lastModifiedBy>testBI Power</cp:lastModifiedBy>
  <cp:revision>3</cp:revision>
  <dcterms:created xsi:type="dcterms:W3CDTF">2026-03-16T06:39:24Z</dcterms:created>
  <dcterms:modified xsi:type="dcterms:W3CDTF">2026-03-16T07:43:47Z</dcterms:modified>
</cp:coreProperties>
</file>